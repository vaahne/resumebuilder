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01" r:id="rId4"/>
    <p:sldMasterId id="2147483815" r:id="rId5"/>
  </p:sldMasterIdLst>
  <p:notesMasterIdLst>
    <p:notesMasterId r:id="rId36"/>
  </p:notesMasterIdLst>
  <p:sldIdLst>
    <p:sldId id="257" r:id="rId6"/>
    <p:sldId id="256" r:id="rId7"/>
    <p:sldId id="5314" r:id="rId8"/>
    <p:sldId id="5316" r:id="rId9"/>
    <p:sldId id="5310" r:id="rId10"/>
    <p:sldId id="5327" r:id="rId11"/>
    <p:sldId id="5328" r:id="rId12"/>
    <p:sldId id="5386" r:id="rId13"/>
    <p:sldId id="5388" r:id="rId14"/>
    <p:sldId id="5322" r:id="rId15"/>
    <p:sldId id="5323" r:id="rId16"/>
    <p:sldId id="5324" r:id="rId17"/>
    <p:sldId id="5389" r:id="rId18"/>
    <p:sldId id="5296" r:id="rId19"/>
    <p:sldId id="5297" r:id="rId20"/>
    <p:sldId id="5313" r:id="rId21"/>
    <p:sldId id="5277" r:id="rId22"/>
    <p:sldId id="5321" r:id="rId23"/>
    <p:sldId id="5287" r:id="rId24"/>
    <p:sldId id="5292" r:id="rId25"/>
    <p:sldId id="5300" r:id="rId26"/>
    <p:sldId id="5301" r:id="rId27"/>
    <p:sldId id="5311" r:id="rId28"/>
    <p:sldId id="5309" r:id="rId29"/>
    <p:sldId id="5307" r:id="rId30"/>
    <p:sldId id="5291" r:id="rId31"/>
    <p:sldId id="5320" r:id="rId32"/>
    <p:sldId id="5390" r:id="rId33"/>
    <p:sldId id="5391" r:id="rId34"/>
    <p:sldId id="263"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763AC84-DCD7-4E92-98B5-C4B833560327}">
          <p14:sldIdLst>
            <p14:sldId id="257"/>
            <p14:sldId id="256"/>
            <p14:sldId id="5314"/>
            <p14:sldId id="5316"/>
            <p14:sldId id="5310"/>
            <p14:sldId id="5327"/>
            <p14:sldId id="5328"/>
            <p14:sldId id="5386"/>
            <p14:sldId id="5388"/>
            <p14:sldId id="5322"/>
            <p14:sldId id="5323"/>
            <p14:sldId id="5324"/>
            <p14:sldId id="5389"/>
            <p14:sldId id="5296"/>
            <p14:sldId id="5297"/>
            <p14:sldId id="5313"/>
            <p14:sldId id="5277"/>
            <p14:sldId id="5321"/>
            <p14:sldId id="5287"/>
            <p14:sldId id="5292"/>
            <p14:sldId id="5300"/>
            <p14:sldId id="5301"/>
            <p14:sldId id="5311"/>
            <p14:sldId id="5309"/>
            <p14:sldId id="5307"/>
            <p14:sldId id="5291"/>
            <p14:sldId id="5320"/>
            <p14:sldId id="5390"/>
            <p14:sldId id="5391"/>
          </p14:sldIdLst>
        </p14:section>
        <p14:section name="Untitled Section" id="{0D59977E-56B3-4EBE-B529-AD31DE89C485}">
          <p14:sldIdLst>
            <p14:sldId id="26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Olivia Cherry" initials="OC" lastIdx="1" clrIdx="0">
    <p:extLst>
      <p:ext uri="{19B8F6BF-5375-455C-9EA6-DF929625EA0E}">
        <p15:presenceInfo xmlns:p15="http://schemas.microsoft.com/office/powerpoint/2012/main" userId="Olivia Cherry"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8A2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C14A1D-DC66-4F21-BD31-6C72F0B50C0A}" v="1964" dt="2025-03-11T19:51:06.6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44" autoAdjust="0"/>
    <p:restoredTop sz="78802"/>
  </p:normalViewPr>
  <p:slideViewPr>
    <p:cSldViewPr snapToGrid="0" snapToObjects="1">
      <p:cViewPr varScale="1">
        <p:scale>
          <a:sx n="87" d="100"/>
          <a:sy n="87" d="100"/>
        </p:scale>
        <p:origin x="1446" y="84"/>
      </p:cViewPr>
      <p:guideLst/>
    </p:cSldViewPr>
  </p:slideViewPr>
  <p:notesTextViewPr>
    <p:cViewPr>
      <p:scale>
        <a:sx n="3" d="2"/>
        <a:sy n="3" d="2"/>
      </p:scale>
      <p:origin x="0" y="0"/>
    </p:cViewPr>
  </p:notesTextViewPr>
  <p:sorterViewPr>
    <p:cViewPr>
      <p:scale>
        <a:sx n="116" d="100"/>
        <a:sy n="116" d="100"/>
      </p:scale>
      <p:origin x="0" y="0"/>
    </p:cViewPr>
  </p:sorterViewPr>
  <p:notesViewPr>
    <p:cSldViewPr snapToGrid="0" snapToObjects="1">
      <p:cViewPr>
        <p:scale>
          <a:sx n="144" d="100"/>
          <a:sy n="144" d="100"/>
        </p:scale>
        <p:origin x="2672" y="-321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viewProps" Target="viewProps.xml"/><Relationship Id="rId21" Type="http://schemas.openxmlformats.org/officeDocument/2006/relationships/slide" Target="slides/slide16.xml"/><Relationship Id="rId34" Type="http://schemas.openxmlformats.org/officeDocument/2006/relationships/slide" Target="slides/slide29.xml"/><Relationship Id="rId42"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microsoft.com/office/2015/10/relationships/revisionInfo" Target="revisionInfo.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Savage" userId="c857b847-144a-4585-acf5-056bad9b393a" providerId="ADAL" clId="{64CBB4C1-D385-4752-8523-74B887E6BA89}"/>
    <pc:docChg chg="undo custSel addSld delSld modSld modSection">
      <pc:chgData name="Michael  Savage" userId="c857b847-144a-4585-acf5-056bad9b393a" providerId="ADAL" clId="{64CBB4C1-D385-4752-8523-74B887E6BA89}" dt="2022-03-03T15:34:38.952" v="440" actId="20577"/>
      <pc:docMkLst>
        <pc:docMk/>
      </pc:docMkLst>
      <pc:sldChg chg="modSp mod">
        <pc:chgData name="Michael  Savage" userId="c857b847-144a-4585-acf5-056bad9b393a" providerId="ADAL" clId="{64CBB4C1-D385-4752-8523-74B887E6BA89}" dt="2022-03-03T15:34:38.952" v="440" actId="20577"/>
        <pc:sldMkLst>
          <pc:docMk/>
          <pc:sldMk cId="3229043921" sldId="300"/>
        </pc:sldMkLst>
      </pc:sldChg>
      <pc:sldChg chg="del modNotesTx">
        <pc:chgData name="Michael  Savage" userId="c857b847-144a-4585-acf5-056bad9b393a" providerId="ADAL" clId="{64CBB4C1-D385-4752-8523-74B887E6BA89}" dt="2022-03-02T00:02:41.353" v="371" actId="2696"/>
        <pc:sldMkLst>
          <pc:docMk/>
          <pc:sldMk cId="3668134420" sldId="301"/>
        </pc:sldMkLst>
      </pc:sldChg>
      <pc:sldChg chg="del">
        <pc:chgData name="Michael  Savage" userId="c857b847-144a-4585-acf5-056bad9b393a" providerId="ADAL" clId="{64CBB4C1-D385-4752-8523-74B887E6BA89}" dt="2022-03-02T00:00:46.019" v="356" actId="2696"/>
        <pc:sldMkLst>
          <pc:docMk/>
          <pc:sldMk cId="2699102483" sldId="316"/>
        </pc:sldMkLst>
      </pc:sldChg>
      <pc:sldChg chg="modNotesTx">
        <pc:chgData name="Michael  Savage" userId="c857b847-144a-4585-acf5-056bad9b393a" providerId="ADAL" clId="{64CBB4C1-D385-4752-8523-74B887E6BA89}" dt="2022-03-03T15:30:32.667" v="424" actId="20577"/>
        <pc:sldMkLst>
          <pc:docMk/>
          <pc:sldMk cId="478673814" sldId="319"/>
        </pc:sldMkLst>
      </pc:sldChg>
      <pc:sldChg chg="modSp mod">
        <pc:chgData name="Michael  Savage" userId="c857b847-144a-4585-acf5-056bad9b393a" providerId="ADAL" clId="{64CBB4C1-D385-4752-8523-74B887E6BA89}" dt="2022-03-01T18:32:38.097" v="121" actId="20577"/>
        <pc:sldMkLst>
          <pc:docMk/>
          <pc:sldMk cId="3750067167" sldId="320"/>
        </pc:sldMkLst>
      </pc:sldChg>
      <pc:sldChg chg="del">
        <pc:chgData name="Michael  Savage" userId="c857b847-144a-4585-acf5-056bad9b393a" providerId="ADAL" clId="{64CBB4C1-D385-4752-8523-74B887E6BA89}" dt="2022-03-02T00:02:25.805" v="369" actId="2696"/>
        <pc:sldMkLst>
          <pc:docMk/>
          <pc:sldMk cId="1495692756" sldId="330"/>
        </pc:sldMkLst>
      </pc:sldChg>
      <pc:sldChg chg="del">
        <pc:chgData name="Michael  Savage" userId="c857b847-144a-4585-acf5-056bad9b393a" providerId="ADAL" clId="{64CBB4C1-D385-4752-8523-74B887E6BA89}" dt="2022-03-02T00:07:41.562" v="373" actId="2696"/>
        <pc:sldMkLst>
          <pc:docMk/>
          <pc:sldMk cId="2086352123" sldId="332"/>
        </pc:sldMkLst>
      </pc:sldChg>
      <pc:sldChg chg="modSp mod">
        <pc:chgData name="Michael  Savage" userId="c857b847-144a-4585-acf5-056bad9b393a" providerId="ADAL" clId="{64CBB4C1-D385-4752-8523-74B887E6BA89}" dt="2022-03-02T00:10:09.032" v="394" actId="6549"/>
        <pc:sldMkLst>
          <pc:docMk/>
          <pc:sldMk cId="33480131" sldId="341"/>
        </pc:sldMkLst>
      </pc:sldChg>
      <pc:sldChg chg="add">
        <pc:chgData name="Michael  Savage" userId="c857b847-144a-4585-acf5-056bad9b393a" providerId="ADAL" clId="{64CBB4C1-D385-4752-8523-74B887E6BA89}" dt="2022-03-02T00:02:37.766" v="370"/>
        <pc:sldMkLst>
          <pc:docMk/>
          <pc:sldMk cId="3484213168" sldId="342"/>
        </pc:sldMkLst>
      </pc:sldChg>
      <pc:sldChg chg="add">
        <pc:chgData name="Michael  Savage" userId="c857b847-144a-4585-acf5-056bad9b393a" providerId="ADAL" clId="{64CBB4C1-D385-4752-8523-74B887E6BA89}" dt="2022-03-02T00:07:37.468" v="372"/>
        <pc:sldMkLst>
          <pc:docMk/>
          <pc:sldMk cId="924699441" sldId="343"/>
        </pc:sldMkLst>
      </pc:sldChg>
    </pc:docChg>
  </pc:docChgLst>
  <pc:docChgLst>
    <pc:chgData name="Michael  Savage" userId="c857b847-144a-4585-acf5-056bad9b393a" providerId="ADAL" clId="{A428A56D-CD93-47AB-B804-C1DB3FF6CEE6}"/>
    <pc:docChg chg="custSel addSld delSld modSld modSection">
      <pc:chgData name="Michael  Savage" userId="c857b847-144a-4585-acf5-056bad9b393a" providerId="ADAL" clId="{A428A56D-CD93-47AB-B804-C1DB3FF6CEE6}" dt="2024-01-24T21:16:54.394" v="204" actId="20577"/>
      <pc:docMkLst>
        <pc:docMk/>
      </pc:docMkLst>
      <pc:sldChg chg="modSp mod">
        <pc:chgData name="Michael  Savage" userId="c857b847-144a-4585-acf5-056bad9b393a" providerId="ADAL" clId="{A428A56D-CD93-47AB-B804-C1DB3FF6CEE6}" dt="2024-01-24T21:16:54.394" v="204" actId="20577"/>
        <pc:sldMkLst>
          <pc:docMk/>
          <pc:sldMk cId="2141716125" sldId="256"/>
        </pc:sldMkLst>
      </pc:sldChg>
      <pc:sldChg chg="addSp delSp modSp mod">
        <pc:chgData name="Michael  Savage" userId="c857b847-144a-4585-acf5-056bad9b393a" providerId="ADAL" clId="{A428A56D-CD93-47AB-B804-C1DB3FF6CEE6}" dt="2024-01-24T20:14:42.492" v="6" actId="14100"/>
        <pc:sldMkLst>
          <pc:docMk/>
          <pc:sldMk cId="2558759622" sldId="5291"/>
        </pc:sldMkLst>
      </pc:sldChg>
      <pc:sldChg chg="modSp mod">
        <pc:chgData name="Michael  Savage" userId="c857b847-144a-4585-acf5-056bad9b393a" providerId="ADAL" clId="{A428A56D-CD93-47AB-B804-C1DB3FF6CEE6}" dt="2024-01-24T20:26:18.772" v="10" actId="115"/>
        <pc:sldMkLst>
          <pc:docMk/>
          <pc:sldMk cId="1452823921" sldId="5307"/>
        </pc:sldMkLst>
      </pc:sldChg>
      <pc:sldChg chg="modSp mod">
        <pc:chgData name="Michael  Savage" userId="c857b847-144a-4585-acf5-056bad9b393a" providerId="ADAL" clId="{A428A56D-CD93-47AB-B804-C1DB3FF6CEE6}" dt="2024-01-24T20:26:06.957" v="9" actId="115"/>
        <pc:sldMkLst>
          <pc:docMk/>
          <pc:sldMk cId="746180335" sldId="5309"/>
        </pc:sldMkLst>
      </pc:sldChg>
      <pc:sldChg chg="add del">
        <pc:chgData name="Michael  Savage" userId="c857b847-144a-4585-acf5-056bad9b393a" providerId="ADAL" clId="{A428A56D-CD93-47AB-B804-C1DB3FF6CEE6}" dt="2024-01-24T20:25:16.582" v="7" actId="2696"/>
        <pc:sldMkLst>
          <pc:docMk/>
          <pc:sldMk cId="2049497973" sldId="5312"/>
        </pc:sldMkLst>
      </pc:sldChg>
    </pc:docChg>
  </pc:docChgLst>
  <pc:docChgLst>
    <pc:chgData name="Olivia Cherry" userId="9a6b8460-3b41-42f3-8e18-6e4322abb5bf" providerId="ADAL" clId="{A90D24CD-10E6-4A80-B65B-B715DDCACE25}"/>
    <pc:docChg chg="undo custSel addSld delSld modSld sldOrd addSection modSection">
      <pc:chgData name="Olivia Cherry" userId="9a6b8460-3b41-42f3-8e18-6e4322abb5bf" providerId="ADAL" clId="{A90D24CD-10E6-4A80-B65B-B715DDCACE25}" dt="2021-02-05T16:29:50.999" v="806" actId="2696"/>
      <pc:docMkLst>
        <pc:docMk/>
      </pc:docMkLst>
      <pc:sldChg chg="modSp del mod">
        <pc:chgData name="Olivia Cherry" userId="9a6b8460-3b41-42f3-8e18-6e4322abb5bf" providerId="ADAL" clId="{A90D24CD-10E6-4A80-B65B-B715DDCACE25}" dt="2021-02-05T14:41:25.541" v="543" actId="2696"/>
        <pc:sldMkLst>
          <pc:docMk/>
          <pc:sldMk cId="289915184" sldId="257"/>
        </pc:sldMkLst>
      </pc:sldChg>
      <pc:sldChg chg="modSp mod">
        <pc:chgData name="Olivia Cherry" userId="9a6b8460-3b41-42f3-8e18-6e4322abb5bf" providerId="ADAL" clId="{A90D24CD-10E6-4A80-B65B-B715DDCACE25}" dt="2021-02-04T22:44:44.664" v="542" actId="20577"/>
        <pc:sldMkLst>
          <pc:docMk/>
          <pc:sldMk cId="467590988" sldId="263"/>
        </pc:sldMkLst>
      </pc:sldChg>
      <pc:sldChg chg="modSp mod">
        <pc:chgData name="Olivia Cherry" userId="9a6b8460-3b41-42f3-8e18-6e4322abb5bf" providerId="ADAL" clId="{A90D24CD-10E6-4A80-B65B-B715DDCACE25}" dt="2021-02-05T14:42:38.997" v="645" actId="20577"/>
        <pc:sldMkLst>
          <pc:docMk/>
          <pc:sldMk cId="3229043921" sldId="300"/>
        </pc:sldMkLst>
      </pc:sldChg>
      <pc:sldChg chg="add">
        <pc:chgData name="Olivia Cherry" userId="9a6b8460-3b41-42f3-8e18-6e4322abb5bf" providerId="ADAL" clId="{A90D24CD-10E6-4A80-B65B-B715DDCACE25}" dt="2021-01-19T21:05:09.639" v="459"/>
        <pc:sldMkLst>
          <pc:docMk/>
          <pc:sldMk cId="3668134420" sldId="301"/>
        </pc:sldMkLst>
      </pc:sldChg>
      <pc:sldChg chg="delSp modSp del mod">
        <pc:chgData name="Olivia Cherry" userId="9a6b8460-3b41-42f3-8e18-6e4322abb5bf" providerId="ADAL" clId="{A90D24CD-10E6-4A80-B65B-B715DDCACE25}" dt="2021-01-19T21:02:27.776" v="454" actId="2696"/>
        <pc:sldMkLst>
          <pc:docMk/>
          <pc:sldMk cId="816603395" sldId="302"/>
        </pc:sldMkLst>
      </pc:sldChg>
      <pc:sldChg chg="modSp mod">
        <pc:chgData name="Olivia Cherry" userId="9a6b8460-3b41-42f3-8e18-6e4322abb5bf" providerId="ADAL" clId="{A90D24CD-10E6-4A80-B65B-B715DDCACE25}" dt="2021-01-12T20:16:15.460" v="13" actId="20577"/>
        <pc:sldMkLst>
          <pc:docMk/>
          <pc:sldMk cId="3948508984" sldId="314"/>
        </pc:sldMkLst>
      </pc:sldChg>
      <pc:sldChg chg="delSp modSp add mod ord">
        <pc:chgData name="Olivia Cherry" userId="9a6b8460-3b41-42f3-8e18-6e4322abb5bf" providerId="ADAL" clId="{A90D24CD-10E6-4A80-B65B-B715DDCACE25}" dt="2021-02-05T14:54:35.688" v="805" actId="20577"/>
        <pc:sldMkLst>
          <pc:docMk/>
          <pc:sldMk cId="2699102483" sldId="316"/>
        </pc:sldMkLst>
      </pc:sldChg>
      <pc:sldChg chg="del">
        <pc:chgData name="Olivia Cherry" userId="9a6b8460-3b41-42f3-8e18-6e4322abb5bf" providerId="ADAL" clId="{A90D24CD-10E6-4A80-B65B-B715DDCACE25}" dt="2021-01-12T22:38:06.748" v="348" actId="2696"/>
        <pc:sldMkLst>
          <pc:docMk/>
          <pc:sldMk cId="3042098182" sldId="321"/>
        </pc:sldMkLst>
      </pc:sldChg>
      <pc:sldChg chg="del">
        <pc:chgData name="Olivia Cherry" userId="9a6b8460-3b41-42f3-8e18-6e4322abb5bf" providerId="ADAL" clId="{A90D24CD-10E6-4A80-B65B-B715DDCACE25}" dt="2021-01-12T22:38:27.623" v="351" actId="2696"/>
        <pc:sldMkLst>
          <pc:docMk/>
          <pc:sldMk cId="319477949" sldId="322"/>
        </pc:sldMkLst>
      </pc:sldChg>
      <pc:sldChg chg="del">
        <pc:chgData name="Olivia Cherry" userId="9a6b8460-3b41-42f3-8e18-6e4322abb5bf" providerId="ADAL" clId="{A90D24CD-10E6-4A80-B65B-B715DDCACE25}" dt="2021-01-12T22:38:09.602" v="349" actId="2696"/>
        <pc:sldMkLst>
          <pc:docMk/>
          <pc:sldMk cId="269205213" sldId="323"/>
        </pc:sldMkLst>
      </pc:sldChg>
      <pc:sldChg chg="add">
        <pc:chgData name="Olivia Cherry" userId="9a6b8460-3b41-42f3-8e18-6e4322abb5bf" providerId="ADAL" clId="{A90D24CD-10E6-4A80-B65B-B715DDCACE25}" dt="2021-01-19T21:04:38.346" v="458"/>
        <pc:sldMkLst>
          <pc:docMk/>
          <pc:sldMk cId="507894551" sldId="323"/>
        </pc:sldMkLst>
      </pc:sldChg>
      <pc:sldChg chg="del modNotesTx">
        <pc:chgData name="Olivia Cherry" userId="9a6b8460-3b41-42f3-8e18-6e4322abb5bf" providerId="ADAL" clId="{A90D24CD-10E6-4A80-B65B-B715DDCACE25}" dt="2021-01-19T21:01:27.954" v="448" actId="2696"/>
        <pc:sldMkLst>
          <pc:docMk/>
          <pc:sldMk cId="1769759754" sldId="324"/>
        </pc:sldMkLst>
      </pc:sldChg>
      <pc:sldChg chg="del">
        <pc:chgData name="Olivia Cherry" userId="9a6b8460-3b41-42f3-8e18-6e4322abb5bf" providerId="ADAL" clId="{A90D24CD-10E6-4A80-B65B-B715DDCACE25}" dt="2021-01-19T21:02:16.524" v="450" actId="2696"/>
        <pc:sldMkLst>
          <pc:docMk/>
          <pc:sldMk cId="20853437" sldId="325"/>
        </pc:sldMkLst>
      </pc:sldChg>
      <pc:sldChg chg="add">
        <pc:chgData name="Olivia Cherry" userId="9a6b8460-3b41-42f3-8e18-6e4322abb5bf" providerId="ADAL" clId="{A90D24CD-10E6-4A80-B65B-B715DDCACE25}" dt="2021-01-12T20:09:05.279" v="9"/>
        <pc:sldMkLst>
          <pc:docMk/>
          <pc:sldMk cId="1002161756" sldId="327"/>
        </pc:sldMkLst>
      </pc:sldChg>
      <pc:sldChg chg="add">
        <pc:chgData name="Olivia Cherry" userId="9a6b8460-3b41-42f3-8e18-6e4322abb5bf" providerId="ADAL" clId="{A90D24CD-10E6-4A80-B65B-B715DDCACE25}" dt="2021-01-12T20:09:32.005" v="10"/>
        <pc:sldMkLst>
          <pc:docMk/>
          <pc:sldMk cId="2509917836" sldId="328"/>
        </pc:sldMkLst>
      </pc:sldChg>
      <pc:sldChg chg="modSp add del mod modNotesTx">
        <pc:chgData name="Olivia Cherry" userId="9a6b8460-3b41-42f3-8e18-6e4322abb5bf" providerId="ADAL" clId="{A90D24CD-10E6-4A80-B65B-B715DDCACE25}" dt="2021-02-05T16:29:50.999" v="806" actId="2696"/>
        <pc:sldMkLst>
          <pc:docMk/>
          <pc:sldMk cId="3919343665" sldId="329"/>
        </pc:sldMkLst>
      </pc:sldChg>
      <pc:sldChg chg="add">
        <pc:chgData name="Olivia Cherry" userId="9a6b8460-3b41-42f3-8e18-6e4322abb5bf" providerId="ADAL" clId="{A90D24CD-10E6-4A80-B65B-B715DDCACE25}" dt="2021-02-05T14:48:56.134" v="646" actId="2890"/>
        <pc:sldMkLst>
          <pc:docMk/>
          <pc:sldMk cId="1495692756" sldId="330"/>
        </pc:sldMkLst>
      </pc:sldChg>
      <pc:sldChg chg="del">
        <pc:chgData name="Olivia Cherry" userId="9a6b8460-3b41-42f3-8e18-6e4322abb5bf" providerId="ADAL" clId="{A90D24CD-10E6-4A80-B65B-B715DDCACE25}" dt="2021-01-19T21:02:18.827" v="451" actId="2696"/>
        <pc:sldMkLst>
          <pc:docMk/>
          <pc:sldMk cId="1525070032" sldId="332"/>
        </pc:sldMkLst>
      </pc:sldChg>
      <pc:sldChg chg="del">
        <pc:chgData name="Olivia Cherry" userId="9a6b8460-3b41-42f3-8e18-6e4322abb5bf" providerId="ADAL" clId="{A90D24CD-10E6-4A80-B65B-B715DDCACE25}" dt="2021-01-19T21:02:21.310" v="452" actId="2696"/>
        <pc:sldMkLst>
          <pc:docMk/>
          <pc:sldMk cId="541447396" sldId="333"/>
        </pc:sldMkLst>
      </pc:sldChg>
      <pc:sldChg chg="del">
        <pc:chgData name="Olivia Cherry" userId="9a6b8460-3b41-42f3-8e18-6e4322abb5bf" providerId="ADAL" clId="{A90D24CD-10E6-4A80-B65B-B715DDCACE25}" dt="2021-01-19T21:02:24.434" v="453" actId="2696"/>
        <pc:sldMkLst>
          <pc:docMk/>
          <pc:sldMk cId="2435619475" sldId="334"/>
        </pc:sldMkLst>
      </pc:sldChg>
      <pc:sldChg chg="modSp add del mod">
        <pc:chgData name="Olivia Cherry" userId="9a6b8460-3b41-42f3-8e18-6e4322abb5bf" providerId="ADAL" clId="{A90D24CD-10E6-4A80-B65B-B715DDCACE25}" dt="2021-01-19T21:02:12.551" v="449" actId="2696"/>
        <pc:sldMkLst>
          <pc:docMk/>
          <pc:sldMk cId="4293857374" sldId="335"/>
        </pc:sldMkLst>
      </pc:sldChg>
    </pc:docChg>
  </pc:docChgLst>
  <pc:docChgLst>
    <pc:chgData name="Michael  Savage" userId="c857b847-144a-4585-acf5-056bad9b393a" providerId="ADAL" clId="{7C89B815-64D9-42FA-B2AE-1400B4C87E91}"/>
    <pc:docChg chg="addSld delSld modSld modSection">
      <pc:chgData name="Michael  Savage" userId="c857b847-144a-4585-acf5-056bad9b393a" providerId="ADAL" clId="{7C89B815-64D9-42FA-B2AE-1400B4C87E91}" dt="2022-02-09T23:34:29.086" v="1" actId="2696"/>
      <pc:docMkLst>
        <pc:docMk/>
      </pc:docMkLst>
      <pc:sldChg chg="del">
        <pc:chgData name="Michael  Savage" userId="c857b847-144a-4585-acf5-056bad9b393a" providerId="ADAL" clId="{7C89B815-64D9-42FA-B2AE-1400B4C87E91}" dt="2022-02-09T23:34:29.086" v="1" actId="2696"/>
        <pc:sldMkLst>
          <pc:docMk/>
          <pc:sldMk cId="2994139383" sldId="256"/>
        </pc:sldMkLst>
      </pc:sldChg>
      <pc:sldChg chg="add">
        <pc:chgData name="Michael  Savage" userId="c857b847-144a-4585-acf5-056bad9b393a" providerId="ADAL" clId="{7C89B815-64D9-42FA-B2AE-1400B4C87E91}" dt="2022-02-09T23:34:23.166" v="0"/>
        <pc:sldMkLst>
          <pc:docMk/>
          <pc:sldMk cId="33480131" sldId="341"/>
        </pc:sldMkLst>
      </pc:sldChg>
    </pc:docChg>
  </pc:docChgLst>
  <pc:docChgLst>
    <pc:chgData name="Michael  Savage" userId="c857b847-144a-4585-acf5-056bad9b393a" providerId="ADAL" clId="{8A82C7E5-25E7-45B3-9122-05F12E9CEDC8}"/>
    <pc:docChg chg="addSld delSld modSld modSection">
      <pc:chgData name="Michael  Savage" userId="c857b847-144a-4585-acf5-056bad9b393a" providerId="ADAL" clId="{8A82C7E5-25E7-45B3-9122-05F12E9CEDC8}" dt="2022-04-09T19:07:53.220" v="56"/>
      <pc:docMkLst>
        <pc:docMk/>
      </pc:docMkLst>
      <pc:sldChg chg="add">
        <pc:chgData name="Michael  Savage" userId="c857b847-144a-4585-acf5-056bad9b393a" providerId="ADAL" clId="{8A82C7E5-25E7-45B3-9122-05F12E9CEDC8}" dt="2022-04-09T19:07:53.220" v="56"/>
        <pc:sldMkLst>
          <pc:docMk/>
          <pc:sldMk cId="2141716125" sldId="256"/>
        </pc:sldMkLst>
      </pc:sldChg>
      <pc:sldChg chg="add setBg">
        <pc:chgData name="Michael  Savage" userId="c857b847-144a-4585-acf5-056bad9b393a" providerId="ADAL" clId="{8A82C7E5-25E7-45B3-9122-05F12E9CEDC8}" dt="2022-04-09T19:07:53.220" v="56"/>
        <pc:sldMkLst>
          <pc:docMk/>
          <pc:sldMk cId="3060537259" sldId="257"/>
        </pc:sldMkLst>
      </pc:sldChg>
      <pc:sldChg chg="add setBg">
        <pc:chgData name="Michael  Savage" userId="c857b847-144a-4585-acf5-056bad9b393a" providerId="ADAL" clId="{8A82C7E5-25E7-45B3-9122-05F12E9CEDC8}" dt="2022-04-09T19:07:53.220" v="56"/>
        <pc:sldMkLst>
          <pc:docMk/>
          <pc:sldMk cId="0" sldId="258"/>
        </pc:sldMkLst>
      </pc:sldChg>
      <pc:sldChg chg="add setBg">
        <pc:chgData name="Michael  Savage" userId="c857b847-144a-4585-acf5-056bad9b393a" providerId="ADAL" clId="{8A82C7E5-25E7-45B3-9122-05F12E9CEDC8}" dt="2022-04-09T19:07:53.220" v="56"/>
        <pc:sldMkLst>
          <pc:docMk/>
          <pc:sldMk cId="0" sldId="262"/>
        </pc:sldMkLst>
      </pc:sldChg>
      <pc:sldChg chg="modSp mod">
        <pc:chgData name="Michael  Savage" userId="c857b847-144a-4585-acf5-056bad9b393a" providerId="ADAL" clId="{8A82C7E5-25E7-45B3-9122-05F12E9CEDC8}" dt="2022-04-09T19:05:45.661" v="55" actId="20577"/>
        <pc:sldMkLst>
          <pc:docMk/>
          <pc:sldMk cId="467590988" sldId="263"/>
        </pc:sldMkLst>
      </pc:sldChg>
      <pc:sldChg chg="del">
        <pc:chgData name="Michael  Savage" userId="c857b847-144a-4585-acf5-056bad9b393a" providerId="ADAL" clId="{8A82C7E5-25E7-45B3-9122-05F12E9CEDC8}" dt="2022-04-09T18:58:58.414" v="0" actId="2696"/>
        <pc:sldMkLst>
          <pc:docMk/>
          <pc:sldMk cId="3571127143" sldId="265"/>
        </pc:sldMkLst>
      </pc:sldChg>
      <pc:sldChg chg="del">
        <pc:chgData name="Michael  Savage" userId="c857b847-144a-4585-acf5-056bad9b393a" providerId="ADAL" clId="{8A82C7E5-25E7-45B3-9122-05F12E9CEDC8}" dt="2022-04-09T18:59:00.398" v="1" actId="2696"/>
        <pc:sldMkLst>
          <pc:docMk/>
          <pc:sldMk cId="3302617242" sldId="266"/>
        </pc:sldMkLst>
      </pc:sldChg>
      <pc:sldChg chg="add setBg">
        <pc:chgData name="Michael  Savage" userId="c857b847-144a-4585-acf5-056bad9b393a" providerId="ADAL" clId="{8A82C7E5-25E7-45B3-9122-05F12E9CEDC8}" dt="2022-04-09T19:07:53.220" v="56"/>
        <pc:sldMkLst>
          <pc:docMk/>
          <pc:sldMk cId="2988370365" sldId="281"/>
        </pc:sldMkLst>
      </pc:sldChg>
      <pc:sldChg chg="add setBg">
        <pc:chgData name="Michael  Savage" userId="c857b847-144a-4585-acf5-056bad9b393a" providerId="ADAL" clId="{8A82C7E5-25E7-45B3-9122-05F12E9CEDC8}" dt="2022-04-09T19:07:53.220" v="56"/>
        <pc:sldMkLst>
          <pc:docMk/>
          <pc:sldMk cId="2969936721" sldId="282"/>
        </pc:sldMkLst>
      </pc:sldChg>
      <pc:sldChg chg="add setBg">
        <pc:chgData name="Michael  Savage" userId="c857b847-144a-4585-acf5-056bad9b393a" providerId="ADAL" clId="{8A82C7E5-25E7-45B3-9122-05F12E9CEDC8}" dt="2022-04-09T19:07:53.220" v="56"/>
        <pc:sldMkLst>
          <pc:docMk/>
          <pc:sldMk cId="888229914" sldId="283"/>
        </pc:sldMkLst>
      </pc:sldChg>
      <pc:sldChg chg="add setBg">
        <pc:chgData name="Michael  Savage" userId="c857b847-144a-4585-acf5-056bad9b393a" providerId="ADAL" clId="{8A82C7E5-25E7-45B3-9122-05F12E9CEDC8}" dt="2022-04-09T19:07:53.220" v="56"/>
        <pc:sldMkLst>
          <pc:docMk/>
          <pc:sldMk cId="682224729" sldId="284"/>
        </pc:sldMkLst>
      </pc:sldChg>
      <pc:sldChg chg="add setBg">
        <pc:chgData name="Michael  Savage" userId="c857b847-144a-4585-acf5-056bad9b393a" providerId="ADAL" clId="{8A82C7E5-25E7-45B3-9122-05F12E9CEDC8}" dt="2022-04-09T19:07:53.220" v="56"/>
        <pc:sldMkLst>
          <pc:docMk/>
          <pc:sldMk cId="812946455" sldId="285"/>
        </pc:sldMkLst>
      </pc:sldChg>
      <pc:sldChg chg="add setBg">
        <pc:chgData name="Michael  Savage" userId="c857b847-144a-4585-acf5-056bad9b393a" providerId="ADAL" clId="{8A82C7E5-25E7-45B3-9122-05F12E9CEDC8}" dt="2022-04-09T19:07:53.220" v="56"/>
        <pc:sldMkLst>
          <pc:docMk/>
          <pc:sldMk cId="3293943656" sldId="286"/>
        </pc:sldMkLst>
      </pc:sldChg>
      <pc:sldChg chg="add setBg">
        <pc:chgData name="Michael  Savage" userId="c857b847-144a-4585-acf5-056bad9b393a" providerId="ADAL" clId="{8A82C7E5-25E7-45B3-9122-05F12E9CEDC8}" dt="2022-04-09T19:07:53.220" v="56"/>
        <pc:sldMkLst>
          <pc:docMk/>
          <pc:sldMk cId="3624017333" sldId="287"/>
        </pc:sldMkLst>
      </pc:sldChg>
      <pc:sldChg chg="add setBg">
        <pc:chgData name="Michael  Savage" userId="c857b847-144a-4585-acf5-056bad9b393a" providerId="ADAL" clId="{8A82C7E5-25E7-45B3-9122-05F12E9CEDC8}" dt="2022-04-09T19:07:53.220" v="56"/>
        <pc:sldMkLst>
          <pc:docMk/>
          <pc:sldMk cId="89075281" sldId="288"/>
        </pc:sldMkLst>
      </pc:sldChg>
      <pc:sldChg chg="add setBg">
        <pc:chgData name="Michael  Savage" userId="c857b847-144a-4585-acf5-056bad9b393a" providerId="ADAL" clId="{8A82C7E5-25E7-45B3-9122-05F12E9CEDC8}" dt="2022-04-09T19:07:53.220" v="56"/>
        <pc:sldMkLst>
          <pc:docMk/>
          <pc:sldMk cId="2155051203" sldId="289"/>
        </pc:sldMkLst>
      </pc:sldChg>
      <pc:sldChg chg="add setBg">
        <pc:chgData name="Michael  Savage" userId="c857b847-144a-4585-acf5-056bad9b393a" providerId="ADAL" clId="{8A82C7E5-25E7-45B3-9122-05F12E9CEDC8}" dt="2022-04-09T19:07:53.220" v="56"/>
        <pc:sldMkLst>
          <pc:docMk/>
          <pc:sldMk cId="3605998589" sldId="290"/>
        </pc:sldMkLst>
      </pc:sldChg>
      <pc:sldChg chg="add setBg">
        <pc:chgData name="Michael  Savage" userId="c857b847-144a-4585-acf5-056bad9b393a" providerId="ADAL" clId="{8A82C7E5-25E7-45B3-9122-05F12E9CEDC8}" dt="2022-04-09T19:07:53.220" v="56"/>
        <pc:sldMkLst>
          <pc:docMk/>
          <pc:sldMk cId="3480261509" sldId="291"/>
        </pc:sldMkLst>
      </pc:sldChg>
      <pc:sldChg chg="del">
        <pc:chgData name="Michael  Savage" userId="c857b847-144a-4585-acf5-056bad9b393a" providerId="ADAL" clId="{8A82C7E5-25E7-45B3-9122-05F12E9CEDC8}" dt="2022-04-09T18:59:02.531" v="2" actId="2696"/>
        <pc:sldMkLst>
          <pc:docMk/>
          <pc:sldMk cId="1840183078" sldId="305"/>
        </pc:sldMkLst>
      </pc:sldChg>
      <pc:sldChg chg="del">
        <pc:chgData name="Michael  Savage" userId="c857b847-144a-4585-acf5-056bad9b393a" providerId="ADAL" clId="{8A82C7E5-25E7-45B3-9122-05F12E9CEDC8}" dt="2022-04-09T19:01:25.305" v="4" actId="2696"/>
        <pc:sldMkLst>
          <pc:docMk/>
          <pc:sldMk cId="3042098182" sldId="321"/>
        </pc:sldMkLst>
      </pc:sldChg>
      <pc:sldChg chg="del">
        <pc:chgData name="Michael  Savage" userId="c857b847-144a-4585-acf5-056bad9b393a" providerId="ADAL" clId="{8A82C7E5-25E7-45B3-9122-05F12E9CEDC8}" dt="2022-04-09T19:01:37.984" v="6" actId="2696"/>
        <pc:sldMkLst>
          <pc:docMk/>
          <pc:sldMk cId="319477949" sldId="322"/>
        </pc:sldMkLst>
      </pc:sldChg>
      <pc:sldChg chg="del">
        <pc:chgData name="Michael  Savage" userId="c857b847-144a-4585-acf5-056bad9b393a" providerId="ADAL" clId="{8A82C7E5-25E7-45B3-9122-05F12E9CEDC8}" dt="2022-04-09T19:00:48.690" v="3" actId="2696"/>
        <pc:sldMkLst>
          <pc:docMk/>
          <pc:sldMk cId="507894551" sldId="323"/>
        </pc:sldMkLst>
      </pc:sldChg>
      <pc:sldChg chg="del">
        <pc:chgData name="Michael  Savage" userId="c857b847-144a-4585-acf5-056bad9b393a" providerId="ADAL" clId="{8A82C7E5-25E7-45B3-9122-05F12E9CEDC8}" dt="2022-04-09T19:04:52.497" v="7" actId="2696"/>
        <pc:sldMkLst>
          <pc:docMk/>
          <pc:sldMk cId="1002161756" sldId="327"/>
        </pc:sldMkLst>
      </pc:sldChg>
      <pc:sldChg chg="del">
        <pc:chgData name="Michael  Savage" userId="c857b847-144a-4585-acf5-056bad9b393a" providerId="ADAL" clId="{8A82C7E5-25E7-45B3-9122-05F12E9CEDC8}" dt="2022-04-09T19:01:30.766" v="5" actId="2696"/>
        <pc:sldMkLst>
          <pc:docMk/>
          <pc:sldMk cId="269205213" sldId="331"/>
        </pc:sldMkLst>
      </pc:sldChg>
    </pc:docChg>
  </pc:docChgLst>
  <pc:docChgLst>
    <pc:chgData name="Olivia Cherry" userId="9a6b8460-3b41-42f3-8e18-6e4322abb5bf" providerId="ADAL" clId="{512FBF04-E968-4385-92BB-CCE916A32CF0}"/>
    <pc:docChg chg="custSel addSld delSld modSld sldOrd modSection">
      <pc:chgData name="Olivia Cherry" userId="9a6b8460-3b41-42f3-8e18-6e4322abb5bf" providerId="ADAL" clId="{512FBF04-E968-4385-92BB-CCE916A32CF0}" dt="2021-01-12T18:33:41.490" v="39"/>
      <pc:docMkLst>
        <pc:docMk/>
      </pc:docMkLst>
      <pc:sldChg chg="addSp delSp modSp add mod modNotesTx">
        <pc:chgData name="Olivia Cherry" userId="9a6b8460-3b41-42f3-8e18-6e4322abb5bf" providerId="ADAL" clId="{512FBF04-E968-4385-92BB-CCE916A32CF0}" dt="2021-01-12T18:33:13.738" v="38" actId="1076"/>
        <pc:sldMkLst>
          <pc:docMk/>
          <pc:sldMk cId="1232960374" sldId="318"/>
        </pc:sldMkLst>
      </pc:sldChg>
      <pc:sldChg chg="ord">
        <pc:chgData name="Olivia Cherry" userId="9a6b8460-3b41-42f3-8e18-6e4322abb5bf" providerId="ADAL" clId="{512FBF04-E968-4385-92BB-CCE916A32CF0}" dt="2021-01-12T18:26:43.286" v="5"/>
        <pc:sldMkLst>
          <pc:docMk/>
          <pc:sldMk cId="478673814" sldId="319"/>
        </pc:sldMkLst>
      </pc:sldChg>
      <pc:sldChg chg="ord">
        <pc:chgData name="Olivia Cherry" userId="9a6b8460-3b41-42f3-8e18-6e4322abb5bf" providerId="ADAL" clId="{512FBF04-E968-4385-92BB-CCE916A32CF0}" dt="2021-01-12T18:26:45.841" v="7"/>
        <pc:sldMkLst>
          <pc:docMk/>
          <pc:sldMk cId="3750067167" sldId="320"/>
        </pc:sldMkLst>
      </pc:sldChg>
      <pc:sldChg chg="add">
        <pc:chgData name="Olivia Cherry" userId="9a6b8460-3b41-42f3-8e18-6e4322abb5bf" providerId="ADAL" clId="{512FBF04-E968-4385-92BB-CCE916A32CF0}" dt="2021-01-12T18:33:41.490" v="39"/>
        <pc:sldMkLst>
          <pc:docMk/>
          <pc:sldMk cId="1658268005" sldId="326"/>
        </pc:sldMkLst>
      </pc:sldChg>
      <pc:sldChg chg="add del">
        <pc:chgData name="Olivia Cherry" userId="9a6b8460-3b41-42f3-8e18-6e4322abb5bf" providerId="ADAL" clId="{512FBF04-E968-4385-92BB-CCE916A32CF0}" dt="2021-01-12T18:26:22.555" v="3" actId="2696"/>
        <pc:sldMkLst>
          <pc:docMk/>
          <pc:sldMk cId="2379544830" sldId="335"/>
        </pc:sldMkLst>
      </pc:sldChg>
    </pc:docChg>
  </pc:docChgLst>
  <pc:docChgLst>
    <pc:chgData name="Michael  Savage" userId="c857b847-144a-4585-acf5-056bad9b393a" providerId="ADAL" clId="{12BC86B1-4350-459E-9D3A-3ABE5945AEB6}"/>
    <pc:docChg chg="custSel addSld delSld modSld modSection">
      <pc:chgData name="Michael  Savage" userId="c857b847-144a-4585-acf5-056bad9b393a" providerId="ADAL" clId="{12BC86B1-4350-459E-9D3A-3ABE5945AEB6}" dt="2023-08-14T21:56:06.317" v="809" actId="20577"/>
      <pc:docMkLst>
        <pc:docMk/>
      </pc:docMkLst>
      <pc:sldChg chg="modSp mod">
        <pc:chgData name="Michael  Savage" userId="c857b847-144a-4585-acf5-056bad9b393a" providerId="ADAL" clId="{12BC86B1-4350-459E-9D3A-3ABE5945AEB6}" dt="2023-08-14T21:56:06.317" v="809" actId="20577"/>
        <pc:sldMkLst>
          <pc:docMk/>
          <pc:sldMk cId="467590988" sldId="263"/>
        </pc:sldMkLst>
      </pc:sldChg>
      <pc:sldChg chg="modSp mod modAnim">
        <pc:chgData name="Michael  Savage" userId="c857b847-144a-4585-acf5-056bad9b393a" providerId="ADAL" clId="{12BC86B1-4350-459E-9D3A-3ABE5945AEB6}" dt="2023-08-14T21:07:14.239" v="23" actId="14100"/>
        <pc:sldMkLst>
          <pc:docMk/>
          <pc:sldMk cId="1340980060" sldId="5285"/>
        </pc:sldMkLst>
      </pc:sldChg>
      <pc:sldChg chg="modSp add del mod">
        <pc:chgData name="Michael  Savage" userId="c857b847-144a-4585-acf5-056bad9b393a" providerId="ADAL" clId="{12BC86B1-4350-459E-9D3A-3ABE5945AEB6}" dt="2023-08-14T21:09:41.312" v="29" actId="2696"/>
        <pc:sldMkLst>
          <pc:docMk/>
          <pc:sldMk cId="1481911689" sldId="5310"/>
        </pc:sldMkLst>
      </pc:sldChg>
      <pc:sldChg chg="modSp mod">
        <pc:chgData name="Michael  Savage" userId="c857b847-144a-4585-acf5-056bad9b393a" providerId="ADAL" clId="{12BC86B1-4350-459E-9D3A-3ABE5945AEB6}" dt="2023-08-14T21:13:11.709" v="167" actId="20577"/>
        <pc:sldMkLst>
          <pc:docMk/>
          <pc:sldMk cId="2105143970" sldId="5310"/>
        </pc:sldMkLst>
      </pc:sldChg>
      <pc:sldChg chg="add del">
        <pc:chgData name="Michael  Savage" userId="c857b847-144a-4585-acf5-056bad9b393a" providerId="ADAL" clId="{12BC86B1-4350-459E-9D3A-3ABE5945AEB6}" dt="2023-08-14T21:09:54.725" v="30" actId="2696"/>
        <pc:sldMkLst>
          <pc:docMk/>
          <pc:sldMk cId="279356866" sldId="5311"/>
        </pc:sldMkLst>
      </pc:sldChg>
      <pc:sldChg chg="modSp mod">
        <pc:chgData name="Michael  Savage" userId="c857b847-144a-4585-acf5-056bad9b393a" providerId="ADAL" clId="{12BC86B1-4350-459E-9D3A-3ABE5945AEB6}" dt="2023-08-14T21:55:07.102" v="674" actId="20577"/>
        <pc:sldMkLst>
          <pc:docMk/>
          <pc:sldMk cId="1129570169" sldId="5311"/>
        </pc:sldMkLst>
      </pc:sldChg>
      <pc:sldChg chg="add del">
        <pc:chgData name="Michael  Savage" userId="c857b847-144a-4585-acf5-056bad9b393a" providerId="ADAL" clId="{12BC86B1-4350-459E-9D3A-3ABE5945AEB6}" dt="2023-08-14T21:13:52.597" v="168" actId="2696"/>
        <pc:sldMkLst>
          <pc:docMk/>
          <pc:sldMk cId="4191521956" sldId="5311"/>
        </pc:sldMkLst>
      </pc:sldChg>
      <pc:sldChg chg="add del">
        <pc:chgData name="Michael  Savage" userId="c857b847-144a-4585-acf5-056bad9b393a" providerId="ADAL" clId="{12BC86B1-4350-459E-9D3A-3ABE5945AEB6}" dt="2023-08-14T21:55:17.838" v="675" actId="2696"/>
        <pc:sldMkLst>
          <pc:docMk/>
          <pc:sldMk cId="3116278396" sldId="5312"/>
        </pc:sldMkLst>
      </pc:sldChg>
    </pc:docChg>
  </pc:docChgLst>
  <pc:docChgLst>
    <pc:chgData name="Olivia Cherry" userId="9a6b8460-3b41-42f3-8e18-6e4322abb5bf" providerId="ADAL" clId="{DD5F4F46-5997-4F6D-AD76-A1E4597B99C1}"/>
    <pc:docChg chg="delSld modSld modSection">
      <pc:chgData name="Olivia Cherry" userId="9a6b8460-3b41-42f3-8e18-6e4322abb5bf" providerId="ADAL" clId="{DD5F4F46-5997-4F6D-AD76-A1E4597B99C1}" dt="2021-01-12T16:48:19.577" v="72" actId="20577"/>
      <pc:docMkLst>
        <pc:docMk/>
      </pc:docMkLst>
      <pc:sldChg chg="modSp mod">
        <pc:chgData name="Olivia Cherry" userId="9a6b8460-3b41-42f3-8e18-6e4322abb5bf" providerId="ADAL" clId="{DD5F4F46-5997-4F6D-AD76-A1E4597B99C1}" dt="2021-01-12T16:46:16.383" v="27" actId="20577"/>
        <pc:sldMkLst>
          <pc:docMk/>
          <pc:sldMk cId="2994139383" sldId="256"/>
        </pc:sldMkLst>
      </pc:sldChg>
      <pc:sldChg chg="modSp mod">
        <pc:chgData name="Olivia Cherry" userId="9a6b8460-3b41-42f3-8e18-6e4322abb5bf" providerId="ADAL" clId="{DD5F4F46-5997-4F6D-AD76-A1E4597B99C1}" dt="2021-01-12T16:46:34.243" v="36" actId="20577"/>
        <pc:sldMkLst>
          <pc:docMk/>
          <pc:sldMk cId="3229043921" sldId="300"/>
        </pc:sldMkLst>
      </pc:sldChg>
      <pc:sldChg chg="del">
        <pc:chgData name="Olivia Cherry" userId="9a6b8460-3b41-42f3-8e18-6e4322abb5bf" providerId="ADAL" clId="{DD5F4F46-5997-4F6D-AD76-A1E4597B99C1}" dt="2021-01-12T16:46:46.269" v="37" actId="2696"/>
        <pc:sldMkLst>
          <pc:docMk/>
          <pc:sldMk cId="162813694" sldId="303"/>
        </pc:sldMkLst>
      </pc:sldChg>
      <pc:sldChg chg="modSp mod">
        <pc:chgData name="Olivia Cherry" userId="9a6b8460-3b41-42f3-8e18-6e4322abb5bf" providerId="ADAL" clId="{DD5F4F46-5997-4F6D-AD76-A1E4597B99C1}" dt="2021-01-12T16:48:19.577" v="72" actId="20577"/>
        <pc:sldMkLst>
          <pc:docMk/>
          <pc:sldMk cId="478673814" sldId="319"/>
        </pc:sldMkLst>
      </pc:sldChg>
    </pc:docChg>
  </pc:docChgLst>
  <pc:docChgLst>
    <pc:chgData name="Olivia Cherry" userId="9a6b8460-3b41-42f3-8e18-6e4322abb5bf" providerId="ADAL" clId="{BE718D4C-975E-443F-84B7-96CB5FB22F07}"/>
    <pc:docChg chg="custSel addSld delSld modSld sldOrd modSection">
      <pc:chgData name="Olivia Cherry" userId="9a6b8460-3b41-42f3-8e18-6e4322abb5bf" providerId="ADAL" clId="{BE718D4C-975E-443F-84B7-96CB5FB22F07}" dt="2021-06-04T14:22:36.166" v="179"/>
      <pc:docMkLst>
        <pc:docMk/>
      </pc:docMkLst>
      <pc:sldChg chg="modSp mod">
        <pc:chgData name="Olivia Cherry" userId="9a6b8460-3b41-42f3-8e18-6e4322abb5bf" providerId="ADAL" clId="{BE718D4C-975E-443F-84B7-96CB5FB22F07}" dt="2021-06-01T17:23:45.832" v="116" actId="20577"/>
        <pc:sldMkLst>
          <pc:docMk/>
          <pc:sldMk cId="467590988" sldId="263"/>
        </pc:sldMkLst>
      </pc:sldChg>
      <pc:sldChg chg="modSp mod">
        <pc:chgData name="Olivia Cherry" userId="9a6b8460-3b41-42f3-8e18-6e4322abb5bf" providerId="ADAL" clId="{BE718D4C-975E-443F-84B7-96CB5FB22F07}" dt="2021-06-01T17:24:03.205" v="121" actId="20577"/>
        <pc:sldMkLst>
          <pc:docMk/>
          <pc:sldMk cId="3229043921" sldId="300"/>
        </pc:sldMkLst>
      </pc:sldChg>
      <pc:sldChg chg="ord">
        <pc:chgData name="Olivia Cherry" userId="9a6b8460-3b41-42f3-8e18-6e4322abb5bf" providerId="ADAL" clId="{BE718D4C-975E-443F-84B7-96CB5FB22F07}" dt="2021-06-03T19:18:50.496" v="124"/>
        <pc:sldMkLst>
          <pc:docMk/>
          <pc:sldMk cId="3668134420" sldId="301"/>
        </pc:sldMkLst>
      </pc:sldChg>
      <pc:sldChg chg="delSp modSp mod">
        <pc:chgData name="Olivia Cherry" userId="9a6b8460-3b41-42f3-8e18-6e4322abb5bf" providerId="ADAL" clId="{BE718D4C-975E-443F-84B7-96CB5FB22F07}" dt="2021-05-18T20:52:10.930" v="55" actId="20577"/>
        <pc:sldMkLst>
          <pc:docMk/>
          <pc:sldMk cId="2699102483" sldId="316"/>
        </pc:sldMkLst>
      </pc:sldChg>
      <pc:sldChg chg="add">
        <pc:chgData name="Olivia Cherry" userId="9a6b8460-3b41-42f3-8e18-6e4322abb5bf" providerId="ADAL" clId="{BE718D4C-975E-443F-84B7-96CB5FB22F07}" dt="2021-06-03T19:18:29.788" v="122"/>
        <pc:sldMkLst>
          <pc:docMk/>
          <pc:sldMk cId="3042098182" sldId="321"/>
        </pc:sldMkLst>
      </pc:sldChg>
      <pc:sldChg chg="add">
        <pc:chgData name="Olivia Cherry" userId="9a6b8460-3b41-42f3-8e18-6e4322abb5bf" providerId="ADAL" clId="{BE718D4C-975E-443F-84B7-96CB5FB22F07}" dt="2021-06-03T19:18:29.788" v="122"/>
        <pc:sldMkLst>
          <pc:docMk/>
          <pc:sldMk cId="319477949" sldId="322"/>
        </pc:sldMkLst>
      </pc:sldChg>
      <pc:sldChg chg="add">
        <pc:chgData name="Olivia Cherry" userId="9a6b8460-3b41-42f3-8e18-6e4322abb5bf" providerId="ADAL" clId="{BE718D4C-975E-443F-84B7-96CB5FB22F07}" dt="2021-06-03T19:18:29.788" v="122"/>
        <pc:sldMkLst>
          <pc:docMk/>
          <pc:sldMk cId="1769759754" sldId="324"/>
        </pc:sldMkLst>
      </pc:sldChg>
      <pc:sldChg chg="add">
        <pc:chgData name="Olivia Cherry" userId="9a6b8460-3b41-42f3-8e18-6e4322abb5bf" providerId="ADAL" clId="{BE718D4C-975E-443F-84B7-96CB5FB22F07}" dt="2021-06-03T19:18:29.788" v="122"/>
        <pc:sldMkLst>
          <pc:docMk/>
          <pc:sldMk cId="269205213" sldId="331"/>
        </pc:sldMkLst>
      </pc:sldChg>
      <pc:sldChg chg="modSp add mod">
        <pc:chgData name="Olivia Cherry" userId="9a6b8460-3b41-42f3-8e18-6e4322abb5bf" providerId="ADAL" clId="{BE718D4C-975E-443F-84B7-96CB5FB22F07}" dt="2021-06-04T14:22:36.166" v="179"/>
        <pc:sldMkLst>
          <pc:docMk/>
          <pc:sldMk cId="2086352123" sldId="332"/>
        </pc:sldMkLst>
      </pc:sldChg>
      <pc:sldChg chg="add del">
        <pc:chgData name="Olivia Cherry" userId="9a6b8460-3b41-42f3-8e18-6e4322abb5bf" providerId="ADAL" clId="{BE718D4C-975E-443F-84B7-96CB5FB22F07}" dt="2021-06-04T14:21:56.226" v="163" actId="2696"/>
        <pc:sldMkLst>
          <pc:docMk/>
          <pc:sldMk cId="2549756268" sldId="333"/>
        </pc:sldMkLst>
      </pc:sldChg>
    </pc:docChg>
  </pc:docChgLst>
  <pc:docChgLst>
    <pc:chgData name="Michael  Savage" userId="c857b847-144a-4585-acf5-056bad9b393a" providerId="ADAL" clId="{700DBF35-A1B9-41DA-8A18-085728B9F10A}"/>
    <pc:docChg chg="modSld">
      <pc:chgData name="Michael  Savage" userId="c857b847-144a-4585-acf5-056bad9b393a" providerId="ADAL" clId="{700DBF35-A1B9-41DA-8A18-085728B9F10A}" dt="2023-08-18T20:15:26.238" v="67" actId="20577"/>
      <pc:docMkLst>
        <pc:docMk/>
      </pc:docMkLst>
      <pc:sldChg chg="modSp mod">
        <pc:chgData name="Michael  Savage" userId="c857b847-144a-4585-acf5-056bad9b393a" providerId="ADAL" clId="{700DBF35-A1B9-41DA-8A18-085728B9F10A}" dt="2023-08-18T20:15:26.238" v="67" actId="20577"/>
        <pc:sldMkLst>
          <pc:docMk/>
          <pc:sldMk cId="2141716125" sldId="256"/>
        </pc:sldMkLst>
      </pc:sldChg>
      <pc:sldChg chg="modSp mod">
        <pc:chgData name="Michael  Savage" userId="c857b847-144a-4585-acf5-056bad9b393a" providerId="ADAL" clId="{700DBF35-A1B9-41DA-8A18-085728B9F10A}" dt="2023-08-18T15:44:53.435" v="3" actId="20577"/>
        <pc:sldMkLst>
          <pc:docMk/>
          <pc:sldMk cId="1129570169" sldId="5311"/>
        </pc:sldMkLst>
      </pc:sldChg>
    </pc:docChg>
  </pc:docChgLst>
  <pc:docChgLst>
    <pc:chgData name="Michael  Savage" userId="c857b847-144a-4585-acf5-056bad9b393a" providerId="ADAL" clId="{FAC14A1D-DC66-4F21-BD31-6C72F0B50C0A}"/>
    <pc:docChg chg="undo redo custSel addSld delSld modSld modSection">
      <pc:chgData name="Michael  Savage" userId="c857b847-144a-4585-acf5-056bad9b393a" providerId="ADAL" clId="{FAC14A1D-DC66-4F21-BD31-6C72F0B50C0A}" dt="2025-03-11T19:51:06.619" v="4976" actId="115"/>
      <pc:docMkLst>
        <pc:docMk/>
      </pc:docMkLst>
      <pc:sldChg chg="modSp mod">
        <pc:chgData name="Michael  Savage" userId="c857b847-144a-4585-acf5-056bad9b393a" providerId="ADAL" clId="{FAC14A1D-DC66-4F21-BD31-6C72F0B50C0A}" dt="2025-03-10T16:29:26.657" v="4884" actId="20577"/>
        <pc:sldMkLst>
          <pc:docMk/>
          <pc:sldMk cId="2141716125" sldId="256"/>
        </pc:sldMkLst>
        <pc:graphicFrameChg chg="mod modGraphic">
          <ac:chgData name="Michael  Savage" userId="c857b847-144a-4585-acf5-056bad9b393a" providerId="ADAL" clId="{FAC14A1D-DC66-4F21-BD31-6C72F0B50C0A}" dt="2025-03-10T16:29:26.657" v="4884" actId="20577"/>
          <ac:graphicFrameMkLst>
            <pc:docMk/>
            <pc:sldMk cId="2141716125" sldId="256"/>
            <ac:graphicFrameMk id="5" creationId="{74857F49-F837-94DF-307A-8C5215BC1DC6}"/>
          </ac:graphicFrameMkLst>
        </pc:graphicFrameChg>
      </pc:sldChg>
      <pc:sldChg chg="modSp mod">
        <pc:chgData name="Michael  Savage" userId="c857b847-144a-4585-acf5-056bad9b393a" providerId="ADAL" clId="{FAC14A1D-DC66-4F21-BD31-6C72F0B50C0A}" dt="2025-03-10T16:05:21.254" v="4002" actId="5793"/>
        <pc:sldMkLst>
          <pc:docMk/>
          <pc:sldMk cId="467590988" sldId="263"/>
        </pc:sldMkLst>
        <pc:spChg chg="mod">
          <ac:chgData name="Michael  Savage" userId="c857b847-144a-4585-acf5-056bad9b393a" providerId="ADAL" clId="{FAC14A1D-DC66-4F21-BD31-6C72F0B50C0A}" dt="2025-03-10T16:05:21.254" v="4002" actId="5793"/>
          <ac:spMkLst>
            <pc:docMk/>
            <pc:sldMk cId="467590988" sldId="263"/>
            <ac:spMk id="3" creationId="{6592E483-0B72-764E-9A43-53E7B81E64D0}"/>
          </ac:spMkLst>
        </pc:spChg>
      </pc:sldChg>
      <pc:sldChg chg="modSp mod">
        <pc:chgData name="Michael  Savage" userId="c857b847-144a-4585-acf5-056bad9b393a" providerId="ADAL" clId="{FAC14A1D-DC66-4F21-BD31-6C72F0B50C0A}" dt="2025-03-06T20:38:04.190" v="519" actId="113"/>
        <pc:sldMkLst>
          <pc:docMk/>
          <pc:sldMk cId="3252895523" sldId="5287"/>
        </pc:sldMkLst>
        <pc:spChg chg="mod">
          <ac:chgData name="Michael  Savage" userId="c857b847-144a-4585-acf5-056bad9b393a" providerId="ADAL" clId="{FAC14A1D-DC66-4F21-BD31-6C72F0B50C0A}" dt="2025-03-06T20:38:04.190" v="519" actId="113"/>
          <ac:spMkLst>
            <pc:docMk/>
            <pc:sldMk cId="3252895523" sldId="5287"/>
            <ac:spMk id="9" creationId="{AF3D1E7C-89AB-1C7B-0094-F84B335E05AC}"/>
          </ac:spMkLst>
        </pc:spChg>
      </pc:sldChg>
      <pc:sldChg chg="modSp mod modAnim">
        <pc:chgData name="Michael  Savage" userId="c857b847-144a-4585-acf5-056bad9b393a" providerId="ADAL" clId="{FAC14A1D-DC66-4F21-BD31-6C72F0B50C0A}" dt="2025-03-11T19:50:54.936" v="4972" actId="115"/>
        <pc:sldMkLst>
          <pc:docMk/>
          <pc:sldMk cId="2834633680" sldId="5292"/>
        </pc:sldMkLst>
        <pc:spChg chg="mod">
          <ac:chgData name="Michael  Savage" userId="c857b847-144a-4585-acf5-056bad9b393a" providerId="ADAL" clId="{FAC14A1D-DC66-4F21-BD31-6C72F0B50C0A}" dt="2025-03-11T19:50:54.936" v="4972" actId="115"/>
          <ac:spMkLst>
            <pc:docMk/>
            <pc:sldMk cId="2834633680" sldId="5292"/>
            <ac:spMk id="9" creationId="{AF3D1E7C-89AB-1C7B-0094-F84B335E05AC}"/>
          </ac:spMkLst>
        </pc:spChg>
        <pc:picChg chg="mod">
          <ac:chgData name="Michael  Savage" userId="c857b847-144a-4585-acf5-056bad9b393a" providerId="ADAL" clId="{FAC14A1D-DC66-4F21-BD31-6C72F0B50C0A}" dt="2025-03-06T21:02:01.256" v="1206" actId="1076"/>
          <ac:picMkLst>
            <pc:docMk/>
            <pc:sldMk cId="2834633680" sldId="5292"/>
            <ac:picMk id="3" creationId="{2731D54C-C96C-3EB3-B7E2-32E4D0949207}"/>
          </ac:picMkLst>
        </pc:picChg>
      </pc:sldChg>
      <pc:sldChg chg="modSp modAnim">
        <pc:chgData name="Michael  Savage" userId="c857b847-144a-4585-acf5-056bad9b393a" providerId="ADAL" clId="{FAC14A1D-DC66-4F21-BD31-6C72F0B50C0A}" dt="2025-03-11T19:51:00.528" v="4974" actId="115"/>
        <pc:sldMkLst>
          <pc:docMk/>
          <pc:sldMk cId="1728923418" sldId="5300"/>
        </pc:sldMkLst>
        <pc:spChg chg="mod">
          <ac:chgData name="Michael  Savage" userId="c857b847-144a-4585-acf5-056bad9b393a" providerId="ADAL" clId="{FAC14A1D-DC66-4F21-BD31-6C72F0B50C0A}" dt="2025-03-11T19:51:00.528" v="4974" actId="115"/>
          <ac:spMkLst>
            <pc:docMk/>
            <pc:sldMk cId="1728923418" sldId="5300"/>
            <ac:spMk id="9" creationId="{AF3D1E7C-89AB-1C7B-0094-F84B335E05AC}"/>
          </ac:spMkLst>
        </pc:spChg>
      </pc:sldChg>
      <pc:sldChg chg="modSp mod modAnim">
        <pc:chgData name="Michael  Savage" userId="c857b847-144a-4585-acf5-056bad9b393a" providerId="ADAL" clId="{FAC14A1D-DC66-4F21-BD31-6C72F0B50C0A}" dt="2025-03-11T19:51:06.619" v="4976" actId="115"/>
        <pc:sldMkLst>
          <pc:docMk/>
          <pc:sldMk cId="3233593205" sldId="5301"/>
        </pc:sldMkLst>
        <pc:spChg chg="mod">
          <ac:chgData name="Michael  Savage" userId="c857b847-144a-4585-acf5-056bad9b393a" providerId="ADAL" clId="{FAC14A1D-DC66-4F21-BD31-6C72F0B50C0A}" dt="2025-03-11T19:51:06.619" v="4976" actId="115"/>
          <ac:spMkLst>
            <pc:docMk/>
            <pc:sldMk cId="3233593205" sldId="5301"/>
            <ac:spMk id="9" creationId="{AF3D1E7C-89AB-1C7B-0094-F84B335E05AC}"/>
          </ac:spMkLst>
        </pc:spChg>
        <pc:picChg chg="mod">
          <ac:chgData name="Michael  Savage" userId="c857b847-144a-4585-acf5-056bad9b393a" providerId="ADAL" clId="{FAC14A1D-DC66-4F21-BD31-6C72F0B50C0A}" dt="2025-03-06T21:03:11.501" v="1209" actId="1076"/>
          <ac:picMkLst>
            <pc:docMk/>
            <pc:sldMk cId="3233593205" sldId="5301"/>
            <ac:picMk id="3" creationId="{D64E82E0-3B53-F481-1A9E-E5BD678E7D15}"/>
          </ac:picMkLst>
        </pc:picChg>
      </pc:sldChg>
      <pc:sldChg chg="modSp del mod">
        <pc:chgData name="Michael  Savage" userId="c857b847-144a-4585-acf5-056bad9b393a" providerId="ADAL" clId="{FAC14A1D-DC66-4F21-BD31-6C72F0B50C0A}" dt="2025-03-06T22:47:06.788" v="1361" actId="2696"/>
        <pc:sldMkLst>
          <pc:docMk/>
          <pc:sldMk cId="1314587315" sldId="5310"/>
        </pc:sldMkLst>
      </pc:sldChg>
      <pc:sldChg chg="addSp modSp mod modAnim">
        <pc:chgData name="Michael  Savage" userId="c857b847-144a-4585-acf5-056bad9b393a" providerId="ADAL" clId="{FAC14A1D-DC66-4F21-BD31-6C72F0B50C0A}" dt="2025-03-06T23:18:25.351" v="3110"/>
        <pc:sldMkLst>
          <pc:docMk/>
          <pc:sldMk cId="1633034005" sldId="5310"/>
        </pc:sldMkLst>
        <pc:spChg chg="mod">
          <ac:chgData name="Michael  Savage" userId="c857b847-144a-4585-acf5-056bad9b393a" providerId="ADAL" clId="{FAC14A1D-DC66-4F21-BD31-6C72F0B50C0A}" dt="2025-03-06T23:15:40.058" v="3088" actId="113"/>
          <ac:spMkLst>
            <pc:docMk/>
            <pc:sldMk cId="1633034005" sldId="5310"/>
            <ac:spMk id="6" creationId="{F6681BEC-A397-7A5A-E35C-6D05B5DB1D71}"/>
          </ac:spMkLst>
        </pc:spChg>
        <pc:picChg chg="add mod">
          <ac:chgData name="Michael  Savage" userId="c857b847-144a-4585-acf5-056bad9b393a" providerId="ADAL" clId="{FAC14A1D-DC66-4F21-BD31-6C72F0B50C0A}" dt="2025-03-06T23:16:06.694" v="3093" actId="1076"/>
          <ac:picMkLst>
            <pc:docMk/>
            <pc:sldMk cId="1633034005" sldId="5310"/>
            <ac:picMk id="2" creationId="{F53BF2F4-4315-101A-6937-55960235D6FD}"/>
          </ac:picMkLst>
        </pc:picChg>
      </pc:sldChg>
      <pc:sldChg chg="addSp delSp modSp mod">
        <pc:chgData name="Michael  Savage" userId="c857b847-144a-4585-acf5-056bad9b393a" providerId="ADAL" clId="{FAC14A1D-DC66-4F21-BD31-6C72F0B50C0A}" dt="2025-03-06T22:46:53.976" v="1360" actId="2711"/>
        <pc:sldMkLst>
          <pc:docMk/>
          <pc:sldMk cId="2640907604" sldId="5313"/>
        </pc:sldMkLst>
        <pc:spChg chg="add del mod">
          <ac:chgData name="Michael  Savage" userId="c857b847-144a-4585-acf5-056bad9b393a" providerId="ADAL" clId="{FAC14A1D-DC66-4F21-BD31-6C72F0B50C0A}" dt="2025-03-06T22:46:53.976" v="1360" actId="2711"/>
          <ac:spMkLst>
            <pc:docMk/>
            <pc:sldMk cId="2640907604" sldId="5313"/>
            <ac:spMk id="5" creationId="{5DF5E635-59F8-2F62-35BA-4475D78FF963}"/>
          </ac:spMkLst>
        </pc:spChg>
      </pc:sldChg>
      <pc:sldChg chg="modSp mod modAnim">
        <pc:chgData name="Michael  Savage" userId="c857b847-144a-4585-acf5-056bad9b393a" providerId="ADAL" clId="{FAC14A1D-DC66-4F21-BD31-6C72F0B50C0A}" dt="2025-03-10T19:54:32.208" v="4891" actId="120"/>
        <pc:sldMkLst>
          <pc:docMk/>
          <pc:sldMk cId="3852192061" sldId="5314"/>
        </pc:sldMkLst>
        <pc:spChg chg="mod">
          <ac:chgData name="Michael  Savage" userId="c857b847-144a-4585-acf5-056bad9b393a" providerId="ADAL" clId="{FAC14A1D-DC66-4F21-BD31-6C72F0B50C0A}" dt="2025-03-10T19:54:32.208" v="4891" actId="120"/>
          <ac:spMkLst>
            <pc:docMk/>
            <pc:sldMk cId="3852192061" sldId="5314"/>
            <ac:spMk id="5" creationId="{5DF5E635-59F8-2F62-35BA-4475D78FF963}"/>
          </ac:spMkLst>
        </pc:spChg>
      </pc:sldChg>
      <pc:sldChg chg="del">
        <pc:chgData name="Michael  Savage" userId="c857b847-144a-4585-acf5-056bad9b393a" providerId="ADAL" clId="{FAC14A1D-DC66-4F21-BD31-6C72F0B50C0A}" dt="2025-03-04T16:20:01.241" v="119" actId="2696"/>
        <pc:sldMkLst>
          <pc:docMk/>
          <pc:sldMk cId="3020766908" sldId="5315"/>
        </pc:sldMkLst>
      </pc:sldChg>
      <pc:sldChg chg="modSp mod modAnim">
        <pc:chgData name="Michael  Savage" userId="c857b847-144a-4585-acf5-056bad9b393a" providerId="ADAL" clId="{FAC14A1D-DC66-4F21-BD31-6C72F0B50C0A}" dt="2025-03-06T23:19:00.935" v="3120" actId="6549"/>
        <pc:sldMkLst>
          <pc:docMk/>
          <pc:sldMk cId="1290637975" sldId="5316"/>
        </pc:sldMkLst>
        <pc:spChg chg="mod">
          <ac:chgData name="Michael  Savage" userId="c857b847-144a-4585-acf5-056bad9b393a" providerId="ADAL" clId="{FAC14A1D-DC66-4F21-BD31-6C72F0B50C0A}" dt="2025-03-06T23:19:00.935" v="3120" actId="6549"/>
          <ac:spMkLst>
            <pc:docMk/>
            <pc:sldMk cId="1290637975" sldId="5316"/>
            <ac:spMk id="6" creationId="{F6681BEC-A397-7A5A-E35C-6D05B5DB1D71}"/>
          </ac:spMkLst>
        </pc:spChg>
      </pc:sldChg>
      <pc:sldChg chg="delSp modSp del mod">
        <pc:chgData name="Michael  Savage" userId="c857b847-144a-4585-acf5-056bad9b393a" providerId="ADAL" clId="{FAC14A1D-DC66-4F21-BD31-6C72F0B50C0A}" dt="2025-03-10T16:29:02.575" v="4845" actId="2696"/>
        <pc:sldMkLst>
          <pc:docMk/>
          <pc:sldMk cId="2596927594" sldId="5319"/>
        </pc:sldMkLst>
        <pc:spChg chg="mod">
          <ac:chgData name="Michael  Savage" userId="c857b847-144a-4585-acf5-056bad9b393a" providerId="ADAL" clId="{FAC14A1D-DC66-4F21-BD31-6C72F0B50C0A}" dt="2025-03-10T16:28:37.541" v="4844" actId="20577"/>
          <ac:spMkLst>
            <pc:docMk/>
            <pc:sldMk cId="2596927594" sldId="5319"/>
            <ac:spMk id="8" creationId="{53F3626D-5A55-81C6-37F5-8C6256F7D435}"/>
          </ac:spMkLst>
        </pc:spChg>
      </pc:sldChg>
      <pc:sldChg chg="modSp del mod">
        <pc:chgData name="Michael  Savage" userId="c857b847-144a-4585-acf5-056bad9b393a" providerId="ADAL" clId="{FAC14A1D-DC66-4F21-BD31-6C72F0B50C0A}" dt="2025-03-06T20:40:07.348" v="521" actId="2696"/>
        <pc:sldMkLst>
          <pc:docMk/>
          <pc:sldMk cId="351685935" sldId="5321"/>
        </pc:sldMkLst>
      </pc:sldChg>
      <pc:sldChg chg="modSp mod modAnim">
        <pc:chgData name="Michael  Savage" userId="c857b847-144a-4585-acf5-056bad9b393a" providerId="ADAL" clId="{FAC14A1D-DC66-4F21-BD31-6C72F0B50C0A}" dt="2025-03-06T21:05:32.252" v="1221" actId="207"/>
        <pc:sldMkLst>
          <pc:docMk/>
          <pc:sldMk cId="2231573046" sldId="5321"/>
        </pc:sldMkLst>
        <pc:spChg chg="mod">
          <ac:chgData name="Michael  Savage" userId="c857b847-144a-4585-acf5-056bad9b393a" providerId="ADAL" clId="{FAC14A1D-DC66-4F21-BD31-6C72F0B50C0A}" dt="2025-03-06T21:05:32.252" v="1221" actId="207"/>
          <ac:spMkLst>
            <pc:docMk/>
            <pc:sldMk cId="2231573046" sldId="5321"/>
            <ac:spMk id="5" creationId="{70F2628D-396D-028D-6424-82451E5A9F81}"/>
          </ac:spMkLst>
        </pc:spChg>
        <pc:spChg chg="mod">
          <ac:chgData name="Michael  Savage" userId="c857b847-144a-4585-acf5-056bad9b393a" providerId="ADAL" clId="{FAC14A1D-DC66-4F21-BD31-6C72F0B50C0A}" dt="2025-03-06T20:42:18.375" v="721" actId="20577"/>
          <ac:spMkLst>
            <pc:docMk/>
            <pc:sldMk cId="2231573046" sldId="5321"/>
            <ac:spMk id="8" creationId="{8BB76A28-E0F5-8DC8-E49C-5160CC455D09}"/>
          </ac:spMkLst>
        </pc:spChg>
      </pc:sldChg>
      <pc:sldChg chg="modSp del mod">
        <pc:chgData name="Michael  Savage" userId="c857b847-144a-4585-acf5-056bad9b393a" providerId="ADAL" clId="{FAC14A1D-DC66-4F21-BD31-6C72F0B50C0A}" dt="2025-03-06T20:40:18.756" v="524"/>
        <pc:sldMkLst>
          <pc:docMk/>
          <pc:sldMk cId="3586353886" sldId="5321"/>
        </pc:sldMkLst>
      </pc:sldChg>
      <pc:sldChg chg="modSp mod modAnim">
        <pc:chgData name="Michael  Savage" userId="c857b847-144a-4585-acf5-056bad9b393a" providerId="ADAL" clId="{FAC14A1D-DC66-4F21-BD31-6C72F0B50C0A}" dt="2025-03-10T16:23:05.245" v="4642"/>
        <pc:sldMkLst>
          <pc:docMk/>
          <pc:sldMk cId="3368719514" sldId="5322"/>
        </pc:sldMkLst>
        <pc:spChg chg="mod">
          <ac:chgData name="Michael  Savage" userId="c857b847-144a-4585-acf5-056bad9b393a" providerId="ADAL" clId="{FAC14A1D-DC66-4F21-BD31-6C72F0B50C0A}" dt="2025-03-07T16:45:31.411" v="3525" actId="113"/>
          <ac:spMkLst>
            <pc:docMk/>
            <pc:sldMk cId="3368719514" sldId="5322"/>
            <ac:spMk id="5" creationId="{59FF7E63-74A4-62A0-368E-2593066B9C70}"/>
          </ac:spMkLst>
        </pc:spChg>
        <pc:spChg chg="mod">
          <ac:chgData name="Michael  Savage" userId="c857b847-144a-4585-acf5-056bad9b393a" providerId="ADAL" clId="{FAC14A1D-DC66-4F21-BD31-6C72F0B50C0A}" dt="2025-03-07T16:25:10.752" v="3166" actId="20577"/>
          <ac:spMkLst>
            <pc:docMk/>
            <pc:sldMk cId="3368719514" sldId="5322"/>
            <ac:spMk id="8" creationId="{DFE6656C-C385-8D3C-B2C7-6DA604D2003A}"/>
          </ac:spMkLst>
        </pc:spChg>
      </pc:sldChg>
      <pc:sldChg chg="modSp add mod modAnim">
        <pc:chgData name="Michael  Savage" userId="c857b847-144a-4585-acf5-056bad9b393a" providerId="ADAL" clId="{FAC14A1D-DC66-4F21-BD31-6C72F0B50C0A}" dt="2025-03-07T17:00:18.728" v="3795" actId="113"/>
        <pc:sldMkLst>
          <pc:docMk/>
          <pc:sldMk cId="1443937556" sldId="5323"/>
        </pc:sldMkLst>
        <pc:spChg chg="mod">
          <ac:chgData name="Michael  Savage" userId="c857b847-144a-4585-acf5-056bad9b393a" providerId="ADAL" clId="{FAC14A1D-DC66-4F21-BD31-6C72F0B50C0A}" dt="2025-03-07T17:00:18.728" v="3795" actId="113"/>
          <ac:spMkLst>
            <pc:docMk/>
            <pc:sldMk cId="1443937556" sldId="5323"/>
            <ac:spMk id="5" creationId="{D5B4C5A7-E824-F8D9-C935-DCBEFBCD7B72}"/>
          </ac:spMkLst>
        </pc:spChg>
        <pc:spChg chg="mod">
          <ac:chgData name="Michael  Savage" userId="c857b847-144a-4585-acf5-056bad9b393a" providerId="ADAL" clId="{FAC14A1D-DC66-4F21-BD31-6C72F0B50C0A}" dt="2025-03-07T16:46:06.155" v="3543" actId="20577"/>
          <ac:spMkLst>
            <pc:docMk/>
            <pc:sldMk cId="1443937556" sldId="5323"/>
            <ac:spMk id="8" creationId="{24A44F2C-B9A2-00F2-FBEC-5C99A4062955}"/>
          </ac:spMkLst>
        </pc:spChg>
      </pc:sldChg>
      <pc:sldChg chg="modSp add mod modAnim modNotesTx">
        <pc:chgData name="Michael  Savage" userId="c857b847-144a-4585-acf5-056bad9b393a" providerId="ADAL" clId="{FAC14A1D-DC66-4F21-BD31-6C72F0B50C0A}" dt="2025-03-10T16:49:14.589" v="4890" actId="33524"/>
        <pc:sldMkLst>
          <pc:docMk/>
          <pc:sldMk cId="215838889" sldId="5324"/>
        </pc:sldMkLst>
        <pc:spChg chg="mod">
          <ac:chgData name="Michael  Savage" userId="c857b847-144a-4585-acf5-056bad9b393a" providerId="ADAL" clId="{FAC14A1D-DC66-4F21-BD31-6C72F0B50C0A}" dt="2025-03-10T16:49:14.589" v="4890" actId="33524"/>
          <ac:spMkLst>
            <pc:docMk/>
            <pc:sldMk cId="215838889" sldId="5324"/>
            <ac:spMk id="5" creationId="{DEAFA689-067B-A4BB-3441-EE742E70FFEE}"/>
          </ac:spMkLst>
        </pc:spChg>
        <pc:spChg chg="mod">
          <ac:chgData name="Michael  Savage" userId="c857b847-144a-4585-acf5-056bad9b393a" providerId="ADAL" clId="{FAC14A1D-DC66-4F21-BD31-6C72F0B50C0A}" dt="2025-03-10T16:11:14.486" v="4031" actId="20577"/>
          <ac:spMkLst>
            <pc:docMk/>
            <pc:sldMk cId="215838889" sldId="5324"/>
            <ac:spMk id="8" creationId="{E238D261-7E06-FA31-3E31-D4FFD153C04D}"/>
          </ac:spMkLst>
        </pc:spChg>
      </pc:sldChg>
      <pc:sldChg chg="modSp del mod">
        <pc:chgData name="Michael  Savage" userId="c857b847-144a-4585-acf5-056bad9b393a" providerId="ADAL" clId="{FAC14A1D-DC66-4F21-BD31-6C72F0B50C0A}" dt="2025-03-06T23:16:15.785" v="3094" actId="2696"/>
        <pc:sldMkLst>
          <pc:docMk/>
          <pc:sldMk cId="1709258302" sldId="5325"/>
        </pc:sldMkLst>
      </pc:sldChg>
      <pc:sldChg chg="delSp modSp del mod">
        <pc:chgData name="Michael  Savage" userId="c857b847-144a-4585-acf5-056bad9b393a" providerId="ADAL" clId="{FAC14A1D-DC66-4F21-BD31-6C72F0B50C0A}" dt="2025-03-06T23:16:34.211" v="3095" actId="2696"/>
        <pc:sldMkLst>
          <pc:docMk/>
          <pc:sldMk cId="2585680676" sldId="5326"/>
        </pc:sldMkLst>
      </pc:sldChg>
      <pc:sldChg chg="modAnim">
        <pc:chgData name="Michael  Savage" userId="c857b847-144a-4585-acf5-056bad9b393a" providerId="ADAL" clId="{FAC14A1D-DC66-4F21-BD31-6C72F0B50C0A}" dt="2025-03-06T23:19:47.064" v="3127"/>
        <pc:sldMkLst>
          <pc:docMk/>
          <pc:sldMk cId="2050955509" sldId="5327"/>
        </pc:sldMkLst>
      </pc:sldChg>
      <pc:sldChg chg="del">
        <pc:chgData name="Michael  Savage" userId="c857b847-144a-4585-acf5-056bad9b393a" providerId="ADAL" clId="{FAC14A1D-DC66-4F21-BD31-6C72F0B50C0A}" dt="2025-03-06T23:16:56.966" v="3096" actId="2696"/>
        <pc:sldMkLst>
          <pc:docMk/>
          <pc:sldMk cId="3556795453" sldId="5387"/>
        </pc:sldMkLst>
      </pc:sldChg>
      <pc:sldChg chg="addSp modSp mod modAnim modNotesTx">
        <pc:chgData name="Michael  Savage" userId="c857b847-144a-4585-acf5-056bad9b393a" providerId="ADAL" clId="{FAC14A1D-DC66-4F21-BD31-6C72F0B50C0A}" dt="2025-03-10T16:27:16.832" v="4801" actId="20577"/>
        <pc:sldMkLst>
          <pc:docMk/>
          <pc:sldMk cId="1931803358" sldId="5389"/>
        </pc:sldMkLst>
        <pc:spChg chg="mod">
          <ac:chgData name="Michael  Savage" userId="c857b847-144a-4585-acf5-056bad9b393a" providerId="ADAL" clId="{FAC14A1D-DC66-4F21-BD31-6C72F0B50C0A}" dt="2025-03-10T16:24:43.208" v="4643" actId="6549"/>
          <ac:spMkLst>
            <pc:docMk/>
            <pc:sldMk cId="1931803358" sldId="5389"/>
            <ac:spMk id="5" creationId="{E6333618-D96B-6BEA-378F-8859D80E18ED}"/>
          </ac:spMkLst>
        </pc:spChg>
        <pc:spChg chg="mod">
          <ac:chgData name="Michael  Savage" userId="c857b847-144a-4585-acf5-056bad9b393a" providerId="ADAL" clId="{FAC14A1D-DC66-4F21-BD31-6C72F0B50C0A}" dt="2025-03-10T16:25:36.665" v="4711" actId="20577"/>
          <ac:spMkLst>
            <pc:docMk/>
            <pc:sldMk cId="1931803358" sldId="5389"/>
            <ac:spMk id="8" creationId="{AD05461B-8227-4EE5-D0DE-F47C6EA5C8DD}"/>
          </ac:spMkLst>
        </pc:spChg>
        <pc:graphicFrameChg chg="add mod">
          <ac:chgData name="Michael  Savage" userId="c857b847-144a-4585-acf5-056bad9b393a" providerId="ADAL" clId="{FAC14A1D-DC66-4F21-BD31-6C72F0B50C0A}" dt="2025-03-10T16:26:14.606" v="4714" actId="1076"/>
          <ac:graphicFrameMkLst>
            <pc:docMk/>
            <pc:sldMk cId="1931803358" sldId="5389"/>
            <ac:graphicFrameMk id="2" creationId="{90A43A8D-08ED-1124-29E2-FBBECC172BD4}"/>
          </ac:graphicFrameMkLst>
        </pc:graphicFrameChg>
      </pc:sldChg>
      <pc:sldChg chg="addSp modSp add mod">
        <pc:chgData name="Michael  Savage" userId="c857b847-144a-4585-acf5-056bad9b393a" providerId="ADAL" clId="{FAC14A1D-DC66-4F21-BD31-6C72F0B50C0A}" dt="2025-03-11T19:49:53.367" v="4970" actId="20577"/>
        <pc:sldMkLst>
          <pc:docMk/>
          <pc:sldMk cId="4223789022" sldId="5390"/>
        </pc:sldMkLst>
        <pc:spChg chg="mod">
          <ac:chgData name="Michael  Savage" userId="c857b847-144a-4585-acf5-056bad9b393a" providerId="ADAL" clId="{FAC14A1D-DC66-4F21-BD31-6C72F0B50C0A}" dt="2025-03-11T19:49:53.367" v="4970" actId="20577"/>
          <ac:spMkLst>
            <pc:docMk/>
            <pc:sldMk cId="4223789022" sldId="5390"/>
            <ac:spMk id="8" creationId="{402202B2-7DBE-C8AE-DB0E-6C5D01327D03}"/>
          </ac:spMkLst>
        </pc:spChg>
        <pc:picChg chg="add mod">
          <ac:chgData name="Michael  Savage" userId="c857b847-144a-4585-acf5-056bad9b393a" providerId="ADAL" clId="{FAC14A1D-DC66-4F21-BD31-6C72F0B50C0A}" dt="2025-03-11T19:49:32.185" v="4961" actId="1076"/>
          <ac:picMkLst>
            <pc:docMk/>
            <pc:sldMk cId="4223789022" sldId="5390"/>
            <ac:picMk id="3" creationId="{C0B4A75F-69FC-32B5-E919-C702798B3E24}"/>
          </ac:picMkLst>
        </pc:picChg>
      </pc:sldChg>
      <pc:sldChg chg="addSp modSp add mod">
        <pc:chgData name="Michael  Savage" userId="c857b847-144a-4585-acf5-056bad9b393a" providerId="ADAL" clId="{FAC14A1D-DC66-4F21-BD31-6C72F0B50C0A}" dt="2025-03-11T19:49:46.400" v="4968" actId="1076"/>
        <pc:sldMkLst>
          <pc:docMk/>
          <pc:sldMk cId="3604695452" sldId="5391"/>
        </pc:sldMkLst>
        <pc:picChg chg="add mod">
          <ac:chgData name="Michael  Savage" userId="c857b847-144a-4585-acf5-056bad9b393a" providerId="ADAL" clId="{FAC14A1D-DC66-4F21-BD31-6C72F0B50C0A}" dt="2025-03-11T19:49:46.400" v="4968" actId="1076"/>
          <ac:picMkLst>
            <pc:docMk/>
            <pc:sldMk cId="3604695452" sldId="5391"/>
            <ac:picMk id="3" creationId="{00F66D4E-6658-633E-37CB-BA1A98A322EC}"/>
          </ac:picMkLst>
        </pc:picChg>
      </pc:sldChg>
      <pc:sldMasterChg chg="delSldLayout">
        <pc:chgData name="Michael  Savage" userId="c857b847-144a-4585-acf5-056bad9b393a" providerId="ADAL" clId="{FAC14A1D-DC66-4F21-BD31-6C72F0B50C0A}" dt="2025-03-06T20:40:07.348" v="521" actId="2696"/>
        <pc:sldMasterMkLst>
          <pc:docMk/>
          <pc:sldMasterMk cId="1303633271" sldId="2147483801"/>
        </pc:sldMasterMkLst>
        <pc:sldLayoutChg chg="del">
          <pc:chgData name="Michael  Savage" userId="c857b847-144a-4585-acf5-056bad9b393a" providerId="ADAL" clId="{FAC14A1D-DC66-4F21-BD31-6C72F0B50C0A}" dt="2025-03-06T20:40:07.348" v="521" actId="2696"/>
          <pc:sldLayoutMkLst>
            <pc:docMk/>
            <pc:sldMasterMk cId="1303633271" sldId="2147483801"/>
            <pc:sldLayoutMk cId="750691790" sldId="2147483839"/>
          </pc:sldLayoutMkLst>
        </pc:sldLayoutChg>
      </pc:sldMasterChg>
    </pc:docChg>
  </pc:docChgLst>
  <pc:docChgLst>
    <pc:chgData name="Michael  Savage" userId="c857b847-144a-4585-acf5-056bad9b393a" providerId="ADAL" clId="{121C4AC9-5436-4750-B6A2-E15E6E6B3DBC}"/>
    <pc:docChg chg="undo custSel addSld delSld modSld modSection">
      <pc:chgData name="Michael  Savage" userId="c857b847-144a-4585-acf5-056bad9b393a" providerId="ADAL" clId="{121C4AC9-5436-4750-B6A2-E15E6E6B3DBC}" dt="2022-04-29T23:10:48.198" v="562" actId="2696"/>
      <pc:docMkLst>
        <pc:docMk/>
      </pc:docMkLst>
      <pc:sldChg chg="del">
        <pc:chgData name="Michael  Savage" userId="c857b847-144a-4585-acf5-056bad9b393a" providerId="ADAL" clId="{121C4AC9-5436-4750-B6A2-E15E6E6B3DBC}" dt="2022-04-29T23:10:48.198" v="562" actId="2696"/>
        <pc:sldMkLst>
          <pc:docMk/>
          <pc:sldMk cId="2141716125" sldId="256"/>
        </pc:sldMkLst>
      </pc:sldChg>
      <pc:sldChg chg="del">
        <pc:chgData name="Michael  Savage" userId="c857b847-144a-4585-acf5-056bad9b393a" providerId="ADAL" clId="{121C4AC9-5436-4750-B6A2-E15E6E6B3DBC}" dt="2022-04-29T23:10:48.198" v="562" actId="2696"/>
        <pc:sldMkLst>
          <pc:docMk/>
          <pc:sldMk cId="3060537259" sldId="257"/>
        </pc:sldMkLst>
      </pc:sldChg>
      <pc:sldChg chg="del">
        <pc:chgData name="Michael  Savage" userId="c857b847-144a-4585-acf5-056bad9b393a" providerId="ADAL" clId="{121C4AC9-5436-4750-B6A2-E15E6E6B3DBC}" dt="2022-04-29T23:10:48.198" v="562" actId="2696"/>
        <pc:sldMkLst>
          <pc:docMk/>
          <pc:sldMk cId="0" sldId="258"/>
        </pc:sldMkLst>
      </pc:sldChg>
      <pc:sldChg chg="del">
        <pc:chgData name="Michael  Savage" userId="c857b847-144a-4585-acf5-056bad9b393a" providerId="ADAL" clId="{121C4AC9-5436-4750-B6A2-E15E6E6B3DBC}" dt="2022-04-29T23:10:48.198" v="562" actId="2696"/>
        <pc:sldMkLst>
          <pc:docMk/>
          <pc:sldMk cId="0" sldId="262"/>
        </pc:sldMkLst>
      </pc:sldChg>
      <pc:sldChg chg="del">
        <pc:chgData name="Michael  Savage" userId="c857b847-144a-4585-acf5-056bad9b393a" providerId="ADAL" clId="{121C4AC9-5436-4750-B6A2-E15E6E6B3DBC}" dt="2022-04-29T23:10:48.198" v="562" actId="2696"/>
        <pc:sldMkLst>
          <pc:docMk/>
          <pc:sldMk cId="2988370365" sldId="281"/>
        </pc:sldMkLst>
      </pc:sldChg>
      <pc:sldChg chg="del">
        <pc:chgData name="Michael  Savage" userId="c857b847-144a-4585-acf5-056bad9b393a" providerId="ADAL" clId="{121C4AC9-5436-4750-B6A2-E15E6E6B3DBC}" dt="2022-04-29T23:10:48.198" v="562" actId="2696"/>
        <pc:sldMkLst>
          <pc:docMk/>
          <pc:sldMk cId="2969936721" sldId="282"/>
        </pc:sldMkLst>
      </pc:sldChg>
      <pc:sldChg chg="del">
        <pc:chgData name="Michael  Savage" userId="c857b847-144a-4585-acf5-056bad9b393a" providerId="ADAL" clId="{121C4AC9-5436-4750-B6A2-E15E6E6B3DBC}" dt="2022-04-29T23:10:48.198" v="562" actId="2696"/>
        <pc:sldMkLst>
          <pc:docMk/>
          <pc:sldMk cId="888229914" sldId="283"/>
        </pc:sldMkLst>
      </pc:sldChg>
      <pc:sldChg chg="del">
        <pc:chgData name="Michael  Savage" userId="c857b847-144a-4585-acf5-056bad9b393a" providerId="ADAL" clId="{121C4AC9-5436-4750-B6A2-E15E6E6B3DBC}" dt="2022-04-29T23:10:48.198" v="562" actId="2696"/>
        <pc:sldMkLst>
          <pc:docMk/>
          <pc:sldMk cId="682224729" sldId="284"/>
        </pc:sldMkLst>
      </pc:sldChg>
      <pc:sldChg chg="del">
        <pc:chgData name="Michael  Savage" userId="c857b847-144a-4585-acf5-056bad9b393a" providerId="ADAL" clId="{121C4AC9-5436-4750-B6A2-E15E6E6B3DBC}" dt="2022-04-29T23:10:48.198" v="562" actId="2696"/>
        <pc:sldMkLst>
          <pc:docMk/>
          <pc:sldMk cId="812946455" sldId="285"/>
        </pc:sldMkLst>
      </pc:sldChg>
      <pc:sldChg chg="del">
        <pc:chgData name="Michael  Savage" userId="c857b847-144a-4585-acf5-056bad9b393a" providerId="ADAL" clId="{121C4AC9-5436-4750-B6A2-E15E6E6B3DBC}" dt="2022-04-29T23:10:48.198" v="562" actId="2696"/>
        <pc:sldMkLst>
          <pc:docMk/>
          <pc:sldMk cId="3293943656" sldId="286"/>
        </pc:sldMkLst>
      </pc:sldChg>
      <pc:sldChg chg="del">
        <pc:chgData name="Michael  Savage" userId="c857b847-144a-4585-acf5-056bad9b393a" providerId="ADAL" clId="{121C4AC9-5436-4750-B6A2-E15E6E6B3DBC}" dt="2022-04-29T23:10:48.198" v="562" actId="2696"/>
        <pc:sldMkLst>
          <pc:docMk/>
          <pc:sldMk cId="3624017333" sldId="287"/>
        </pc:sldMkLst>
      </pc:sldChg>
      <pc:sldChg chg="del">
        <pc:chgData name="Michael  Savage" userId="c857b847-144a-4585-acf5-056bad9b393a" providerId="ADAL" clId="{121C4AC9-5436-4750-B6A2-E15E6E6B3DBC}" dt="2022-04-29T23:10:48.198" v="562" actId="2696"/>
        <pc:sldMkLst>
          <pc:docMk/>
          <pc:sldMk cId="89075281" sldId="288"/>
        </pc:sldMkLst>
      </pc:sldChg>
      <pc:sldChg chg="del">
        <pc:chgData name="Michael  Savage" userId="c857b847-144a-4585-acf5-056bad9b393a" providerId="ADAL" clId="{121C4AC9-5436-4750-B6A2-E15E6E6B3DBC}" dt="2022-04-29T23:10:48.198" v="562" actId="2696"/>
        <pc:sldMkLst>
          <pc:docMk/>
          <pc:sldMk cId="2155051203" sldId="289"/>
        </pc:sldMkLst>
      </pc:sldChg>
      <pc:sldChg chg="del">
        <pc:chgData name="Michael  Savage" userId="c857b847-144a-4585-acf5-056bad9b393a" providerId="ADAL" clId="{121C4AC9-5436-4750-B6A2-E15E6E6B3DBC}" dt="2022-04-29T23:10:48.198" v="562" actId="2696"/>
        <pc:sldMkLst>
          <pc:docMk/>
          <pc:sldMk cId="3605998589" sldId="290"/>
        </pc:sldMkLst>
      </pc:sldChg>
      <pc:sldChg chg="del">
        <pc:chgData name="Michael  Savage" userId="c857b847-144a-4585-acf5-056bad9b393a" providerId="ADAL" clId="{121C4AC9-5436-4750-B6A2-E15E6E6B3DBC}" dt="2022-04-29T23:10:48.198" v="562" actId="2696"/>
        <pc:sldMkLst>
          <pc:docMk/>
          <pc:sldMk cId="3480261509" sldId="291"/>
        </pc:sldMkLst>
      </pc:sldChg>
      <pc:sldChg chg="modSp mod">
        <pc:chgData name="Michael  Savage" userId="c857b847-144a-4585-acf5-056bad9b393a" providerId="ADAL" clId="{121C4AC9-5436-4750-B6A2-E15E6E6B3DBC}" dt="2022-04-29T23:04:23.184" v="561" actId="113"/>
        <pc:sldMkLst>
          <pc:docMk/>
          <pc:sldMk cId="3229043921" sldId="300"/>
        </pc:sldMkLst>
      </pc:sldChg>
      <pc:sldChg chg="del">
        <pc:chgData name="Michael  Savage" userId="c857b847-144a-4585-acf5-056bad9b393a" providerId="ADAL" clId="{121C4AC9-5436-4750-B6A2-E15E6E6B3DBC}" dt="2022-04-29T23:10:48.198" v="562" actId="2696"/>
        <pc:sldMkLst>
          <pc:docMk/>
          <pc:sldMk cId="3948508984" sldId="314"/>
        </pc:sldMkLst>
      </pc:sldChg>
      <pc:sldChg chg="del modNotesTx">
        <pc:chgData name="Michael  Savage" userId="c857b847-144a-4585-acf5-056bad9b393a" providerId="ADAL" clId="{121C4AC9-5436-4750-B6A2-E15E6E6B3DBC}" dt="2022-04-29T23:10:48.198" v="562" actId="2696"/>
        <pc:sldMkLst>
          <pc:docMk/>
          <pc:sldMk cId="1232960374" sldId="318"/>
        </pc:sldMkLst>
      </pc:sldChg>
      <pc:sldChg chg="del">
        <pc:chgData name="Michael  Savage" userId="c857b847-144a-4585-acf5-056bad9b393a" providerId="ADAL" clId="{121C4AC9-5436-4750-B6A2-E15E6E6B3DBC}" dt="2022-04-29T23:10:48.198" v="562" actId="2696"/>
        <pc:sldMkLst>
          <pc:docMk/>
          <pc:sldMk cId="478673814" sldId="319"/>
        </pc:sldMkLst>
      </pc:sldChg>
      <pc:sldChg chg="del">
        <pc:chgData name="Michael  Savage" userId="c857b847-144a-4585-acf5-056bad9b393a" providerId="ADAL" clId="{121C4AC9-5436-4750-B6A2-E15E6E6B3DBC}" dt="2022-04-29T23:10:48.198" v="562" actId="2696"/>
        <pc:sldMkLst>
          <pc:docMk/>
          <pc:sldMk cId="3750067167" sldId="320"/>
        </pc:sldMkLst>
      </pc:sldChg>
      <pc:sldChg chg="del">
        <pc:chgData name="Michael  Savage" userId="c857b847-144a-4585-acf5-056bad9b393a" providerId="ADAL" clId="{121C4AC9-5436-4750-B6A2-E15E6E6B3DBC}" dt="2022-04-29T23:03:46.335" v="510" actId="2696"/>
        <pc:sldMkLst>
          <pc:docMk/>
          <pc:sldMk cId="1769759754" sldId="324"/>
        </pc:sldMkLst>
      </pc:sldChg>
      <pc:sldChg chg="del">
        <pc:chgData name="Michael  Savage" userId="c857b847-144a-4585-acf5-056bad9b393a" providerId="ADAL" clId="{121C4AC9-5436-4750-B6A2-E15E6E6B3DBC}" dt="2022-04-29T23:10:48.198" v="562" actId="2696"/>
        <pc:sldMkLst>
          <pc:docMk/>
          <pc:sldMk cId="1658268005" sldId="326"/>
        </pc:sldMkLst>
      </pc:sldChg>
      <pc:sldChg chg="del">
        <pc:chgData name="Michael  Savage" userId="c857b847-144a-4585-acf5-056bad9b393a" providerId="ADAL" clId="{121C4AC9-5436-4750-B6A2-E15E6E6B3DBC}" dt="2022-04-29T23:10:48.198" v="562" actId="2696"/>
        <pc:sldMkLst>
          <pc:docMk/>
          <pc:sldMk cId="2509917836" sldId="328"/>
        </pc:sldMkLst>
      </pc:sldChg>
      <pc:sldChg chg="add">
        <pc:chgData name="Michael  Savage" userId="c857b847-144a-4585-acf5-056bad9b393a" providerId="ADAL" clId="{121C4AC9-5436-4750-B6A2-E15E6E6B3DBC}" dt="2022-04-25T02:34:02.774" v="0"/>
        <pc:sldMkLst>
          <pc:docMk/>
          <pc:sldMk cId="1525070032" sldId="332"/>
        </pc:sldMkLst>
      </pc:sldChg>
      <pc:sldChg chg="add">
        <pc:chgData name="Michael  Savage" userId="c857b847-144a-4585-acf5-056bad9b393a" providerId="ADAL" clId="{121C4AC9-5436-4750-B6A2-E15E6E6B3DBC}" dt="2022-04-25T02:34:02.774" v="0"/>
        <pc:sldMkLst>
          <pc:docMk/>
          <pc:sldMk cId="541447396" sldId="333"/>
        </pc:sldMkLst>
      </pc:sldChg>
      <pc:sldChg chg="add">
        <pc:chgData name="Michael  Savage" userId="c857b847-144a-4585-acf5-056bad9b393a" providerId="ADAL" clId="{121C4AC9-5436-4750-B6A2-E15E6E6B3DBC}" dt="2022-04-25T02:34:02.774" v="0"/>
        <pc:sldMkLst>
          <pc:docMk/>
          <pc:sldMk cId="2435619475" sldId="334"/>
        </pc:sldMkLst>
      </pc:sldChg>
      <pc:sldChg chg="add">
        <pc:chgData name="Michael  Savage" userId="c857b847-144a-4585-acf5-056bad9b393a" providerId="ADAL" clId="{121C4AC9-5436-4750-B6A2-E15E6E6B3DBC}" dt="2022-04-25T02:34:02.774" v="0"/>
        <pc:sldMkLst>
          <pc:docMk/>
          <pc:sldMk cId="2069172647" sldId="335"/>
        </pc:sldMkLst>
      </pc:sldChg>
      <pc:sldChg chg="add">
        <pc:chgData name="Michael  Savage" userId="c857b847-144a-4585-acf5-056bad9b393a" providerId="ADAL" clId="{121C4AC9-5436-4750-B6A2-E15E6E6B3DBC}" dt="2022-04-25T02:34:02.774" v="0"/>
        <pc:sldMkLst>
          <pc:docMk/>
          <pc:sldMk cId="698564804" sldId="336"/>
        </pc:sldMkLst>
      </pc:sldChg>
      <pc:sldChg chg="add">
        <pc:chgData name="Michael  Savage" userId="c857b847-144a-4585-acf5-056bad9b393a" providerId="ADAL" clId="{121C4AC9-5436-4750-B6A2-E15E6E6B3DBC}" dt="2022-04-25T02:34:02.774" v="0"/>
        <pc:sldMkLst>
          <pc:docMk/>
          <pc:sldMk cId="4090183118" sldId="337"/>
        </pc:sldMkLst>
      </pc:sldChg>
      <pc:sldChg chg="modSp mod">
        <pc:chgData name="Michael  Savage" userId="c857b847-144a-4585-acf5-056bad9b393a" providerId="ADAL" clId="{121C4AC9-5436-4750-B6A2-E15E6E6B3DBC}" dt="2022-04-25T02:36:36.774" v="181" actId="20577"/>
        <pc:sldMkLst>
          <pc:docMk/>
          <pc:sldMk cId="33480131" sldId="341"/>
        </pc:sldMkLst>
      </pc:sldChg>
      <pc:sldChg chg="del">
        <pc:chgData name="Michael  Savage" userId="c857b847-144a-4585-acf5-056bad9b393a" providerId="ADAL" clId="{121C4AC9-5436-4750-B6A2-E15E6E6B3DBC}" dt="2022-04-29T23:02:22.443" v="508" actId="2696"/>
        <pc:sldMkLst>
          <pc:docMk/>
          <pc:sldMk cId="3484213168" sldId="342"/>
        </pc:sldMkLst>
      </pc:sldChg>
      <pc:sldChg chg="del">
        <pc:chgData name="Michael  Savage" userId="c857b847-144a-4585-acf5-056bad9b393a" providerId="ADAL" clId="{121C4AC9-5436-4750-B6A2-E15E6E6B3DBC}" dt="2022-04-29T23:03:42.215" v="509" actId="2696"/>
        <pc:sldMkLst>
          <pc:docMk/>
          <pc:sldMk cId="924699441" sldId="343"/>
        </pc:sldMkLst>
      </pc:sldChg>
      <pc:sldChg chg="add">
        <pc:chgData name="Michael  Savage" userId="c857b847-144a-4585-acf5-056bad9b393a" providerId="ADAL" clId="{121C4AC9-5436-4750-B6A2-E15E6E6B3DBC}" dt="2022-04-25T02:34:02.774" v="0"/>
        <pc:sldMkLst>
          <pc:docMk/>
          <pc:sldMk cId="3930410109" sldId="346"/>
        </pc:sldMkLst>
      </pc:sldChg>
      <pc:sldChg chg="add">
        <pc:chgData name="Michael  Savage" userId="c857b847-144a-4585-acf5-056bad9b393a" providerId="ADAL" clId="{121C4AC9-5436-4750-B6A2-E15E6E6B3DBC}" dt="2022-04-29T22:30:53.774" v="481"/>
        <pc:sldMkLst>
          <pc:docMk/>
          <pc:sldMk cId="2366661000" sldId="398"/>
        </pc:sldMkLst>
      </pc:sldChg>
      <pc:sldChg chg="add">
        <pc:chgData name="Michael  Savage" userId="c857b847-144a-4585-acf5-056bad9b393a" providerId="ADAL" clId="{121C4AC9-5436-4750-B6A2-E15E6E6B3DBC}" dt="2022-04-29T22:30:53.774" v="481"/>
        <pc:sldMkLst>
          <pc:docMk/>
          <pc:sldMk cId="1837421520" sldId="5277"/>
        </pc:sldMkLst>
      </pc:sldChg>
      <pc:sldChg chg="modSp new mod">
        <pc:chgData name="Michael  Savage" userId="c857b847-144a-4585-acf5-056bad9b393a" providerId="ADAL" clId="{121C4AC9-5436-4750-B6A2-E15E6E6B3DBC}" dt="2022-04-29T22:32:25.149" v="507" actId="14100"/>
        <pc:sldMkLst>
          <pc:docMk/>
          <pc:sldMk cId="3281097529" sldId="5278"/>
        </pc:sldMkLst>
      </pc:sldChg>
      <pc:sldMasterChg chg="delSldLayout">
        <pc:chgData name="Michael  Savage" userId="c857b847-144a-4585-acf5-056bad9b393a" providerId="ADAL" clId="{121C4AC9-5436-4750-B6A2-E15E6E6B3DBC}" dt="2022-04-29T23:10:48.198" v="562" actId="2696"/>
        <pc:sldMasterMkLst>
          <pc:docMk/>
          <pc:sldMasterMk cId="1303633271" sldId="2147483801"/>
        </pc:sldMasterMkLst>
        <pc:sldLayoutChg chg="del">
          <pc:chgData name="Michael  Savage" userId="c857b847-144a-4585-acf5-056bad9b393a" providerId="ADAL" clId="{121C4AC9-5436-4750-B6A2-E15E6E6B3DBC}" dt="2022-04-29T23:10:48.198" v="562" actId="2696"/>
          <pc:sldLayoutMkLst>
            <pc:docMk/>
            <pc:sldMasterMk cId="1303633271" sldId="2147483801"/>
            <pc:sldLayoutMk cId="2465179687" sldId="2147483811"/>
          </pc:sldLayoutMkLst>
        </pc:sldLayoutChg>
        <pc:sldLayoutChg chg="del">
          <pc:chgData name="Michael  Savage" userId="c857b847-144a-4585-acf5-056bad9b393a" providerId="ADAL" clId="{121C4AC9-5436-4750-B6A2-E15E6E6B3DBC}" dt="2022-04-29T23:10:48.198" v="562" actId="2696"/>
          <pc:sldLayoutMkLst>
            <pc:docMk/>
            <pc:sldMasterMk cId="1303633271" sldId="2147483801"/>
            <pc:sldLayoutMk cId="2367409925" sldId="2147483812"/>
          </pc:sldLayoutMkLst>
        </pc:sldLayoutChg>
      </pc:sldMasterChg>
    </pc:docChg>
  </pc:docChgLst>
  <pc:docChgLst>
    <pc:chgData name="Michael  Savage" userId="c857b847-144a-4585-acf5-056bad9b393a" providerId="ADAL" clId="{B322B3DC-46EA-4510-A571-A04DA9D4D17B}"/>
    <pc:docChg chg="undo custSel addSld delSld modSld modSection">
      <pc:chgData name="Michael  Savage" userId="c857b847-144a-4585-acf5-056bad9b393a" providerId="ADAL" clId="{B322B3DC-46EA-4510-A571-A04DA9D4D17B}" dt="2023-04-24T02:58:04.779" v="1028" actId="20577"/>
      <pc:docMkLst>
        <pc:docMk/>
      </pc:docMkLst>
      <pc:sldChg chg="del">
        <pc:chgData name="Michael  Savage" userId="c857b847-144a-4585-acf5-056bad9b393a" providerId="ADAL" clId="{B322B3DC-46EA-4510-A571-A04DA9D4D17B}" dt="2023-04-24T02:09:17.426" v="593" actId="2696"/>
        <pc:sldMkLst>
          <pc:docMk/>
          <pc:sldMk cId="3894599004" sldId="5280"/>
        </pc:sldMkLst>
      </pc:sldChg>
      <pc:sldChg chg="modSp mod">
        <pc:chgData name="Michael  Savage" userId="c857b847-144a-4585-acf5-056bad9b393a" providerId="ADAL" clId="{B322B3DC-46EA-4510-A571-A04DA9D4D17B}" dt="2023-04-24T02:58:04.779" v="1028" actId="20577"/>
        <pc:sldMkLst>
          <pc:docMk/>
          <pc:sldMk cId="1254378790" sldId="5283"/>
        </pc:sldMkLst>
      </pc:sldChg>
      <pc:sldChg chg="del">
        <pc:chgData name="Michael  Savage" userId="c857b847-144a-4585-acf5-056bad9b393a" providerId="ADAL" clId="{B322B3DC-46EA-4510-A571-A04DA9D4D17B}" dt="2023-04-24T02:07:00.653" v="581" actId="2696"/>
        <pc:sldMkLst>
          <pc:docMk/>
          <pc:sldMk cId="1614163043" sldId="5284"/>
        </pc:sldMkLst>
      </pc:sldChg>
      <pc:sldChg chg="modSp mod">
        <pc:chgData name="Michael  Savage" userId="c857b847-144a-4585-acf5-056bad9b393a" providerId="ADAL" clId="{B322B3DC-46EA-4510-A571-A04DA9D4D17B}" dt="2023-04-24T02:49:06.762" v="993" actId="20577"/>
        <pc:sldMkLst>
          <pc:docMk/>
          <pc:sldMk cId="1340165173" sldId="5286"/>
        </pc:sldMkLst>
      </pc:sldChg>
      <pc:sldChg chg="modSp mod">
        <pc:chgData name="Michael  Savage" userId="c857b847-144a-4585-acf5-056bad9b393a" providerId="ADAL" clId="{B322B3DC-46EA-4510-A571-A04DA9D4D17B}" dt="2023-04-24T02:39:39.381" v="919" actId="207"/>
        <pc:sldMkLst>
          <pc:docMk/>
          <pc:sldMk cId="3252895523" sldId="5287"/>
        </pc:sldMkLst>
      </pc:sldChg>
      <pc:sldChg chg="modSp mod">
        <pc:chgData name="Michael  Savage" userId="c857b847-144a-4585-acf5-056bad9b393a" providerId="ADAL" clId="{B322B3DC-46EA-4510-A571-A04DA9D4D17B}" dt="2023-04-24T02:47:15.219" v="965" actId="207"/>
        <pc:sldMkLst>
          <pc:docMk/>
          <pc:sldMk cId="1163477807" sldId="5288"/>
        </pc:sldMkLst>
      </pc:sldChg>
      <pc:sldChg chg="del">
        <pc:chgData name="Michael  Savage" userId="c857b847-144a-4585-acf5-056bad9b393a" providerId="ADAL" clId="{B322B3DC-46EA-4510-A571-A04DA9D4D17B}" dt="2023-04-24T02:47:59.319" v="967" actId="2696"/>
        <pc:sldMkLst>
          <pc:docMk/>
          <pc:sldMk cId="3872851691" sldId="5289"/>
        </pc:sldMkLst>
      </pc:sldChg>
      <pc:sldChg chg="addSp modSp mod">
        <pc:chgData name="Michael  Savage" userId="c857b847-144a-4585-acf5-056bad9b393a" providerId="ADAL" clId="{B322B3DC-46EA-4510-A571-A04DA9D4D17B}" dt="2023-04-24T02:52:41.033" v="1015" actId="1076"/>
        <pc:sldMkLst>
          <pc:docMk/>
          <pc:sldMk cId="2834633680" sldId="5292"/>
        </pc:sldMkLst>
      </pc:sldChg>
      <pc:sldChg chg="modSp add del mod">
        <pc:chgData name="Michael  Savage" userId="c857b847-144a-4585-acf5-056bad9b393a" providerId="ADAL" clId="{B322B3DC-46EA-4510-A571-A04DA9D4D17B}" dt="2023-04-24T02:29:49.028" v="771" actId="2696"/>
        <pc:sldMkLst>
          <pc:docMk/>
          <pc:sldMk cId="1469182725" sldId="5293"/>
        </pc:sldMkLst>
      </pc:sldChg>
      <pc:sldChg chg="add del">
        <pc:chgData name="Michael  Savage" userId="c857b847-144a-4585-acf5-056bad9b393a" providerId="ADAL" clId="{B322B3DC-46EA-4510-A571-A04DA9D4D17B}" dt="2023-04-24T02:11:40.256" v="594" actId="2696"/>
        <pc:sldMkLst>
          <pc:docMk/>
          <pc:sldMk cId="1943795347" sldId="5294"/>
        </pc:sldMkLst>
      </pc:sldChg>
      <pc:sldChg chg="addSp modSp mod">
        <pc:chgData name="Michael  Savage" userId="c857b847-144a-4585-acf5-056bad9b393a" providerId="ADAL" clId="{B322B3DC-46EA-4510-A571-A04DA9D4D17B}" dt="2023-04-23T16:13:08.418" v="566" actId="1076"/>
        <pc:sldMkLst>
          <pc:docMk/>
          <pc:sldMk cId="2053365928" sldId="5295"/>
        </pc:sldMkLst>
      </pc:sldChg>
      <pc:sldChg chg="addSp delSp modSp add mod">
        <pc:chgData name="Michael  Savage" userId="c857b847-144a-4585-acf5-056bad9b393a" providerId="ADAL" clId="{B322B3DC-46EA-4510-A571-A04DA9D4D17B}" dt="2023-04-23T16:16:10.199" v="578" actId="1076"/>
        <pc:sldMkLst>
          <pc:docMk/>
          <pc:sldMk cId="2418108117" sldId="5296"/>
        </pc:sldMkLst>
      </pc:sldChg>
      <pc:sldChg chg="addSp delSp modSp add mod">
        <pc:chgData name="Michael  Savage" userId="c857b847-144a-4585-acf5-056bad9b393a" providerId="ADAL" clId="{B322B3DC-46EA-4510-A571-A04DA9D4D17B}" dt="2023-04-24T02:08:06.215" v="592" actId="14100"/>
        <pc:sldMkLst>
          <pc:docMk/>
          <pc:sldMk cId="1974089801" sldId="5297"/>
        </pc:sldMkLst>
      </pc:sldChg>
      <pc:sldChg chg="modSp add mod">
        <pc:chgData name="Michael  Savage" userId="c857b847-144a-4585-acf5-056bad9b393a" providerId="ADAL" clId="{B322B3DC-46EA-4510-A571-A04DA9D4D17B}" dt="2023-04-24T02:21:20.457" v="676" actId="14100"/>
        <pc:sldMkLst>
          <pc:docMk/>
          <pc:sldMk cId="2487769921" sldId="5298"/>
        </pc:sldMkLst>
      </pc:sldChg>
      <pc:sldChg chg="modSp add mod">
        <pc:chgData name="Michael  Savage" userId="c857b847-144a-4585-acf5-056bad9b393a" providerId="ADAL" clId="{B322B3DC-46EA-4510-A571-A04DA9D4D17B}" dt="2023-04-24T02:29:04.430" v="770" actId="207"/>
        <pc:sldMkLst>
          <pc:docMk/>
          <pc:sldMk cId="2885104838" sldId="5299"/>
        </pc:sldMkLst>
      </pc:sldChg>
      <pc:sldChg chg="modSp add mod">
        <pc:chgData name="Michael  Savage" userId="c857b847-144a-4585-acf5-056bad9b393a" providerId="ADAL" clId="{B322B3DC-46EA-4510-A571-A04DA9D4D17B}" dt="2023-04-24T02:56:23.867" v="1024" actId="33524"/>
        <pc:sldMkLst>
          <pc:docMk/>
          <pc:sldMk cId="1728923418" sldId="5300"/>
        </pc:sldMkLst>
      </pc:sldChg>
      <pc:sldChg chg="addSp modSp add mod">
        <pc:chgData name="Michael  Savage" userId="c857b847-144a-4585-acf5-056bad9b393a" providerId="ADAL" clId="{B322B3DC-46EA-4510-A571-A04DA9D4D17B}" dt="2023-04-24T02:55:59.492" v="1023" actId="1076"/>
        <pc:sldMkLst>
          <pc:docMk/>
          <pc:sldMk cId="3233593205" sldId="5301"/>
        </pc:sldMkLst>
      </pc:sldChg>
      <pc:sldChg chg="add del">
        <pc:chgData name="Michael  Savage" userId="c857b847-144a-4585-acf5-056bad9b393a" providerId="ADAL" clId="{B322B3DC-46EA-4510-A571-A04DA9D4D17B}" dt="2023-04-24T02:48:03.050" v="968" actId="2696"/>
        <pc:sldMkLst>
          <pc:docMk/>
          <pc:sldMk cId="3247211027" sldId="5302"/>
        </pc:sldMkLst>
      </pc:sldChg>
    </pc:docChg>
  </pc:docChgLst>
  <pc:docChgLst>
    <pc:chgData name="Michael  Savage" userId="c857b847-144a-4585-acf5-056bad9b393a" providerId="ADAL" clId="{9B688371-809F-4CCA-B2AC-BFF6891E2734}"/>
    <pc:docChg chg="undo custSel addSld delSld modSld modSection">
      <pc:chgData name="Michael  Savage" userId="c857b847-144a-4585-acf5-056bad9b393a" providerId="ADAL" clId="{9B688371-809F-4CCA-B2AC-BFF6891E2734}" dt="2022-09-13T16:59:30.309" v="1059" actId="6549"/>
      <pc:docMkLst>
        <pc:docMk/>
      </pc:docMkLst>
      <pc:sldChg chg="addSp delSp modSp add del mod">
        <pc:chgData name="Michael  Savage" userId="c857b847-144a-4585-acf5-056bad9b393a" providerId="ADAL" clId="{9B688371-809F-4CCA-B2AC-BFF6891E2734}" dt="2022-09-13T16:04:19.765" v="469" actId="6549"/>
        <pc:sldMkLst>
          <pc:docMk/>
          <pc:sldMk cId="2141716125" sldId="256"/>
        </pc:sldMkLst>
      </pc:sldChg>
      <pc:sldChg chg="modSp mod">
        <pc:chgData name="Michael  Savage" userId="c857b847-144a-4585-acf5-056bad9b393a" providerId="ADAL" clId="{9B688371-809F-4CCA-B2AC-BFF6891E2734}" dt="2022-09-13T16:59:30.309" v="1059" actId="6549"/>
        <pc:sldMkLst>
          <pc:docMk/>
          <pc:sldMk cId="467590988" sldId="263"/>
        </pc:sldMkLst>
      </pc:sldChg>
      <pc:sldChg chg="modSp del mod">
        <pc:chgData name="Michael  Savage" userId="c857b847-144a-4585-acf5-056bad9b393a" providerId="ADAL" clId="{9B688371-809F-4CCA-B2AC-BFF6891E2734}" dt="2022-09-12T17:30:11.161" v="44" actId="2696"/>
        <pc:sldMkLst>
          <pc:docMk/>
          <pc:sldMk cId="3229043921" sldId="300"/>
        </pc:sldMkLst>
      </pc:sldChg>
      <pc:sldChg chg="del">
        <pc:chgData name="Michael  Savage" userId="c857b847-144a-4585-acf5-056bad9b393a" providerId="ADAL" clId="{9B688371-809F-4CCA-B2AC-BFF6891E2734}" dt="2022-09-12T18:19:58.220" v="177" actId="2696"/>
        <pc:sldMkLst>
          <pc:docMk/>
          <pc:sldMk cId="1525070032" sldId="332"/>
        </pc:sldMkLst>
      </pc:sldChg>
      <pc:sldChg chg="del">
        <pc:chgData name="Michael  Savage" userId="c857b847-144a-4585-acf5-056bad9b393a" providerId="ADAL" clId="{9B688371-809F-4CCA-B2AC-BFF6891E2734}" dt="2022-09-12T18:21:19.413" v="185" actId="2696"/>
        <pc:sldMkLst>
          <pc:docMk/>
          <pc:sldMk cId="541447396" sldId="333"/>
        </pc:sldMkLst>
      </pc:sldChg>
      <pc:sldChg chg="del">
        <pc:chgData name="Michael  Savage" userId="c857b847-144a-4585-acf5-056bad9b393a" providerId="ADAL" clId="{9B688371-809F-4CCA-B2AC-BFF6891E2734}" dt="2022-09-13T15:07:51.942" v="194" actId="2696"/>
        <pc:sldMkLst>
          <pc:docMk/>
          <pc:sldMk cId="2435619475" sldId="334"/>
        </pc:sldMkLst>
      </pc:sldChg>
      <pc:sldChg chg="del">
        <pc:chgData name="Michael  Savage" userId="c857b847-144a-4585-acf5-056bad9b393a" providerId="ADAL" clId="{9B688371-809F-4CCA-B2AC-BFF6891E2734}" dt="2022-09-13T15:09:47.400" v="209" actId="2696"/>
        <pc:sldMkLst>
          <pc:docMk/>
          <pc:sldMk cId="2069172647" sldId="335"/>
        </pc:sldMkLst>
      </pc:sldChg>
      <pc:sldChg chg="del">
        <pc:chgData name="Michael  Savage" userId="c857b847-144a-4585-acf5-056bad9b393a" providerId="ADAL" clId="{9B688371-809F-4CCA-B2AC-BFF6891E2734}" dt="2022-09-12T17:34:21.881" v="103" actId="2696"/>
        <pc:sldMkLst>
          <pc:docMk/>
          <pc:sldMk cId="698564804" sldId="336"/>
        </pc:sldMkLst>
      </pc:sldChg>
      <pc:sldChg chg="del">
        <pc:chgData name="Michael  Savage" userId="c857b847-144a-4585-acf5-056bad9b393a" providerId="ADAL" clId="{9B688371-809F-4CCA-B2AC-BFF6891E2734}" dt="2022-09-13T15:09:02.700" v="202" actId="2696"/>
        <pc:sldMkLst>
          <pc:docMk/>
          <pc:sldMk cId="4090183118" sldId="337"/>
        </pc:sldMkLst>
      </pc:sldChg>
      <pc:sldChg chg="del">
        <pc:chgData name="Michael  Savage" userId="c857b847-144a-4585-acf5-056bad9b393a" providerId="ADAL" clId="{9B688371-809F-4CCA-B2AC-BFF6891E2734}" dt="2022-09-12T17:13:53.140" v="1" actId="2696"/>
        <pc:sldMkLst>
          <pc:docMk/>
          <pc:sldMk cId="33480131" sldId="341"/>
        </pc:sldMkLst>
      </pc:sldChg>
      <pc:sldChg chg="modSp del mod">
        <pc:chgData name="Michael  Savage" userId="c857b847-144a-4585-acf5-056bad9b393a" providerId="ADAL" clId="{9B688371-809F-4CCA-B2AC-BFF6891E2734}" dt="2022-09-12T17:31:54.007" v="89" actId="2696"/>
        <pc:sldMkLst>
          <pc:docMk/>
          <pc:sldMk cId="3930410109" sldId="346"/>
        </pc:sldMkLst>
      </pc:sldChg>
      <pc:sldChg chg="modSp del mod">
        <pc:chgData name="Michael  Savage" userId="c857b847-144a-4585-acf5-056bad9b393a" providerId="ADAL" clId="{9B688371-809F-4CCA-B2AC-BFF6891E2734}" dt="2022-09-12T17:44:08.277" v="164" actId="2696"/>
        <pc:sldMkLst>
          <pc:docMk/>
          <pc:sldMk cId="2366661000" sldId="398"/>
        </pc:sldMkLst>
      </pc:sldChg>
      <pc:sldChg chg="modSp add del mod">
        <pc:chgData name="Michael  Savage" userId="c857b847-144a-4585-acf5-056bad9b393a" providerId="ADAL" clId="{9B688371-809F-4CCA-B2AC-BFF6891E2734}" dt="2022-09-12T17:19:46.912" v="24" actId="2696"/>
        <pc:sldMkLst>
          <pc:docMk/>
          <pc:sldMk cId="101072150" sldId="486"/>
        </pc:sldMkLst>
      </pc:sldChg>
      <pc:sldChg chg="modSp del mod">
        <pc:chgData name="Michael  Savage" userId="c857b847-144a-4585-acf5-056bad9b393a" providerId="ADAL" clId="{9B688371-809F-4CCA-B2AC-BFF6891E2734}" dt="2022-09-12T17:32:26.168" v="94" actId="2696"/>
        <pc:sldMkLst>
          <pc:docMk/>
          <pc:sldMk cId="3281097529" sldId="5278"/>
        </pc:sldMkLst>
      </pc:sldChg>
      <pc:sldChg chg="new del">
        <pc:chgData name="Michael  Savage" userId="c857b847-144a-4585-acf5-056bad9b393a" providerId="ADAL" clId="{9B688371-809F-4CCA-B2AC-BFF6891E2734}" dt="2022-09-12T17:14:35.613" v="3" actId="2696"/>
        <pc:sldMkLst>
          <pc:docMk/>
          <pc:sldMk cId="479168315" sldId="5279"/>
        </pc:sldMkLst>
      </pc:sldChg>
      <pc:sldChg chg="modSp add mod modNotesTx">
        <pc:chgData name="Michael  Savage" userId="c857b847-144a-4585-acf5-056bad9b393a" providerId="ADAL" clId="{9B688371-809F-4CCA-B2AC-BFF6891E2734}" dt="2022-09-12T17:31:40.872" v="88" actId="5793"/>
        <pc:sldMkLst>
          <pc:docMk/>
          <pc:sldMk cId="3894599004" sldId="5280"/>
        </pc:sldMkLst>
      </pc:sldChg>
      <pc:sldChg chg="addSp delSp modSp add mod">
        <pc:chgData name="Michael  Savage" userId="c857b847-144a-4585-acf5-056bad9b393a" providerId="ADAL" clId="{9B688371-809F-4CCA-B2AC-BFF6891E2734}" dt="2022-09-13T15:21:14.227" v="287" actId="20577"/>
        <pc:sldMkLst>
          <pc:docMk/>
          <pc:sldMk cId="452163659" sldId="5281"/>
        </pc:sldMkLst>
      </pc:sldChg>
      <pc:sldChg chg="modSp add del mod">
        <pc:chgData name="Michael  Savage" userId="c857b847-144a-4585-acf5-056bad9b393a" providerId="ADAL" clId="{9B688371-809F-4CCA-B2AC-BFF6891E2734}" dt="2022-09-13T15:19:04.444" v="226" actId="2696"/>
        <pc:sldMkLst>
          <pc:docMk/>
          <pc:sldMk cId="1190938234" sldId="5282"/>
        </pc:sldMkLst>
      </pc:sldChg>
      <pc:sldChg chg="modSp add mod modNotesTx">
        <pc:chgData name="Michael  Savage" userId="c857b847-144a-4585-acf5-056bad9b393a" providerId="ADAL" clId="{9B688371-809F-4CCA-B2AC-BFF6891E2734}" dt="2022-09-13T16:31:16.616" v="635" actId="20577"/>
        <pc:sldMkLst>
          <pc:docMk/>
          <pc:sldMk cId="1254378790" sldId="5283"/>
        </pc:sldMkLst>
      </pc:sldChg>
      <pc:sldChg chg="addSp delSp modSp add mod">
        <pc:chgData name="Michael  Savage" userId="c857b847-144a-4585-acf5-056bad9b393a" providerId="ADAL" clId="{9B688371-809F-4CCA-B2AC-BFF6891E2734}" dt="2022-09-13T15:22:39.916" v="330" actId="20577"/>
        <pc:sldMkLst>
          <pc:docMk/>
          <pc:sldMk cId="1614163043" sldId="5284"/>
        </pc:sldMkLst>
      </pc:sldChg>
      <pc:sldChg chg="new del">
        <pc:chgData name="Michael  Savage" userId="c857b847-144a-4585-acf5-056bad9b393a" providerId="ADAL" clId="{9B688371-809F-4CCA-B2AC-BFF6891E2734}" dt="2022-09-12T17:35:28.881" v="107" actId="2696"/>
        <pc:sldMkLst>
          <pc:docMk/>
          <pc:sldMk cId="2759453301" sldId="5284"/>
        </pc:sldMkLst>
      </pc:sldChg>
      <pc:sldChg chg="add del">
        <pc:chgData name="Michael  Savage" userId="c857b847-144a-4585-acf5-056bad9b393a" providerId="ADAL" clId="{9B688371-809F-4CCA-B2AC-BFF6891E2734}" dt="2022-09-12T17:35:09.356" v="105" actId="2696"/>
        <pc:sldMkLst>
          <pc:docMk/>
          <pc:sldMk cId="2994638917" sldId="5284"/>
        </pc:sldMkLst>
      </pc:sldChg>
      <pc:sldChg chg="addSp delSp modSp mod modAnim modNotesTx">
        <pc:chgData name="Michael  Savage" userId="c857b847-144a-4585-acf5-056bad9b393a" providerId="ADAL" clId="{9B688371-809F-4CCA-B2AC-BFF6891E2734}" dt="2022-09-12T17:43:54.597" v="163" actId="1076"/>
        <pc:sldMkLst>
          <pc:docMk/>
          <pc:sldMk cId="1340980060" sldId="5285"/>
        </pc:sldMkLst>
      </pc:sldChg>
      <pc:sldChg chg="del modNotesTx">
        <pc:chgData name="Michael  Savage" userId="c857b847-144a-4585-acf5-056bad9b393a" providerId="ADAL" clId="{9B688371-809F-4CCA-B2AC-BFF6891E2734}" dt="2022-09-12T17:36:27.200" v="110" actId="2696"/>
        <pc:sldMkLst>
          <pc:docMk/>
          <pc:sldMk cId="4155025698" sldId="5285"/>
        </pc:sldMkLst>
      </pc:sldChg>
      <pc:sldChg chg="modSp mod modNotesTx">
        <pc:chgData name="Michael  Savage" userId="c857b847-144a-4585-acf5-056bad9b393a" providerId="ADAL" clId="{9B688371-809F-4CCA-B2AC-BFF6891E2734}" dt="2022-09-13T16:57:46.583" v="999" actId="20577"/>
        <pc:sldMkLst>
          <pc:docMk/>
          <pc:sldMk cId="1340165173" sldId="5286"/>
        </pc:sldMkLst>
      </pc:sldChg>
      <pc:sldChg chg="modSp mod modNotesTx">
        <pc:chgData name="Michael  Savage" userId="c857b847-144a-4585-acf5-056bad9b393a" providerId="ADAL" clId="{9B688371-809F-4CCA-B2AC-BFF6891E2734}" dt="2022-09-12T18:20:44.043" v="184"/>
        <pc:sldMkLst>
          <pc:docMk/>
          <pc:sldMk cId="3252895523" sldId="5287"/>
        </pc:sldMkLst>
      </pc:sldChg>
      <pc:sldChg chg="modSp mod modNotesTx">
        <pc:chgData name="Michael  Savage" userId="c857b847-144a-4585-acf5-056bad9b393a" providerId="ADAL" clId="{9B688371-809F-4CCA-B2AC-BFF6891E2734}" dt="2022-09-13T15:07:34.449" v="193" actId="27636"/>
        <pc:sldMkLst>
          <pc:docMk/>
          <pc:sldMk cId="1163477807" sldId="5288"/>
        </pc:sldMkLst>
      </pc:sldChg>
      <pc:sldChg chg="modSp mod modNotesTx">
        <pc:chgData name="Michael  Savage" userId="c857b847-144a-4585-acf5-056bad9b393a" providerId="ADAL" clId="{9B688371-809F-4CCA-B2AC-BFF6891E2734}" dt="2022-09-13T15:08:54.613" v="201"/>
        <pc:sldMkLst>
          <pc:docMk/>
          <pc:sldMk cId="3872851691" sldId="5289"/>
        </pc:sldMkLst>
      </pc:sldChg>
      <pc:sldChg chg="modSp mod">
        <pc:chgData name="Michael  Savage" userId="c857b847-144a-4585-acf5-056bad9b393a" providerId="ADAL" clId="{9B688371-809F-4CCA-B2AC-BFF6891E2734}" dt="2022-09-13T15:09:42.250" v="208"/>
        <pc:sldMkLst>
          <pc:docMk/>
          <pc:sldMk cId="1895854298" sldId="5290"/>
        </pc:sldMkLst>
      </pc:sldChg>
      <pc:sldChg chg="addSp delSp modSp mod">
        <pc:chgData name="Michael  Savage" userId="c857b847-144a-4585-acf5-056bad9b393a" providerId="ADAL" clId="{9B688371-809F-4CCA-B2AC-BFF6891E2734}" dt="2022-09-13T15:50:26.999" v="362" actId="1076"/>
        <pc:sldMkLst>
          <pc:docMk/>
          <pc:sldMk cId="2558759622" sldId="5291"/>
        </pc:sldMkLst>
      </pc:sldChg>
      <pc:sldChg chg="del">
        <pc:chgData name="Michael  Savage" userId="c857b847-144a-4585-acf5-056bad9b393a" providerId="ADAL" clId="{9B688371-809F-4CCA-B2AC-BFF6891E2734}" dt="2022-09-13T15:09:54.552" v="210" actId="2696"/>
        <pc:sldMkLst>
          <pc:docMk/>
          <pc:sldMk cId="2916780100" sldId="5291"/>
        </pc:sldMkLst>
      </pc:sldChg>
      <pc:sldChg chg="modSp mod">
        <pc:chgData name="Michael  Savage" userId="c857b847-144a-4585-acf5-056bad9b393a" providerId="ADAL" clId="{9B688371-809F-4CCA-B2AC-BFF6891E2734}" dt="2022-09-13T16:46:28.298" v="780" actId="14100"/>
        <pc:sldMkLst>
          <pc:docMk/>
          <pc:sldMk cId="2834633680" sldId="5292"/>
        </pc:sldMkLst>
      </pc:sldChg>
      <pc:sldMasterChg chg="delSldLayout">
        <pc:chgData name="Michael  Savage" userId="c857b847-144a-4585-acf5-056bad9b393a" providerId="ADAL" clId="{9B688371-809F-4CCA-B2AC-BFF6891E2734}" dt="2022-09-12T17:44:08.277" v="164" actId="2696"/>
        <pc:sldMasterMkLst>
          <pc:docMk/>
          <pc:sldMasterMk cId="1303633271" sldId="2147483801"/>
        </pc:sldMasterMkLst>
        <pc:sldLayoutChg chg="del">
          <pc:chgData name="Michael  Savage" userId="c857b847-144a-4585-acf5-056bad9b393a" providerId="ADAL" clId="{9B688371-809F-4CCA-B2AC-BFF6891E2734}" dt="2022-09-12T17:44:08.277" v="164" actId="2696"/>
          <pc:sldLayoutMkLst>
            <pc:docMk/>
            <pc:sldMasterMk cId="1303633271" sldId="2147483801"/>
            <pc:sldLayoutMk cId="1815166776" sldId="2147483814"/>
          </pc:sldLayoutMkLst>
        </pc:sldLayoutChg>
      </pc:sldMasterChg>
    </pc:docChg>
  </pc:docChgLst>
  <pc:docChgLst>
    <pc:chgData name="Michael  Savage" userId="c857b847-144a-4585-acf5-056bad9b393a" providerId="ADAL" clId="{E3A4B2F0-F0FF-461E-81D2-7A66D07A99A5}"/>
    <pc:docChg chg="custSel addSld delSld modSld sldOrd modSection">
      <pc:chgData name="Michael  Savage" userId="c857b847-144a-4585-acf5-056bad9b393a" providerId="ADAL" clId="{E3A4B2F0-F0FF-461E-81D2-7A66D07A99A5}" dt="2024-07-16T19:48:07.049" v="665"/>
      <pc:docMkLst>
        <pc:docMk/>
      </pc:docMkLst>
      <pc:sldChg chg="modSp mod">
        <pc:chgData name="Michael  Savage" userId="c857b847-144a-4585-acf5-056bad9b393a" providerId="ADAL" clId="{E3A4B2F0-F0FF-461E-81D2-7A66D07A99A5}" dt="2024-07-09T19:59:24.801" v="296" actId="20577"/>
        <pc:sldMkLst>
          <pc:docMk/>
          <pc:sldMk cId="2141716125" sldId="256"/>
        </pc:sldMkLst>
      </pc:sldChg>
      <pc:sldChg chg="modSp mod">
        <pc:chgData name="Michael  Savage" userId="c857b847-144a-4585-acf5-056bad9b393a" providerId="ADAL" clId="{E3A4B2F0-F0FF-461E-81D2-7A66D07A99A5}" dt="2024-07-09T20:34:33.435" v="424" actId="20577"/>
        <pc:sldMkLst>
          <pc:docMk/>
          <pc:sldMk cId="467590988" sldId="263"/>
        </pc:sldMkLst>
      </pc:sldChg>
      <pc:sldChg chg="del">
        <pc:chgData name="Michael  Savage" userId="c857b847-144a-4585-acf5-056bad9b393a" providerId="ADAL" clId="{E3A4B2F0-F0FF-461E-81D2-7A66D07A99A5}" dt="2024-07-16T16:51:23.471" v="643" actId="2696"/>
        <pc:sldMkLst>
          <pc:docMk/>
          <pc:sldMk cId="1725229080" sldId="485"/>
        </pc:sldMkLst>
      </pc:sldChg>
      <pc:sldChg chg="modSp modAnim">
        <pc:chgData name="Michael  Savage" userId="c857b847-144a-4585-acf5-056bad9b393a" providerId="ADAL" clId="{E3A4B2F0-F0FF-461E-81D2-7A66D07A99A5}" dt="2024-07-09T21:06:20.974" v="569"/>
        <pc:sldMkLst>
          <pc:docMk/>
          <pc:sldMk cId="1837421520" sldId="5277"/>
        </pc:sldMkLst>
      </pc:sldChg>
      <pc:sldChg chg="del">
        <pc:chgData name="Michael  Savage" userId="c857b847-144a-4585-acf5-056bad9b393a" providerId="ADAL" clId="{E3A4B2F0-F0FF-461E-81D2-7A66D07A99A5}" dt="2024-07-09T20:32:34.862" v="317" actId="2696"/>
        <pc:sldMkLst>
          <pc:docMk/>
          <pc:sldMk cId="1254378790" sldId="5283"/>
        </pc:sldMkLst>
      </pc:sldChg>
      <pc:sldChg chg="del">
        <pc:chgData name="Michael  Savage" userId="c857b847-144a-4585-acf5-056bad9b393a" providerId="ADAL" clId="{E3A4B2F0-F0FF-461E-81D2-7A66D07A99A5}" dt="2024-07-09T20:32:53.129" v="318" actId="2696"/>
        <pc:sldMkLst>
          <pc:docMk/>
          <pc:sldMk cId="1340980060" sldId="5285"/>
        </pc:sldMkLst>
      </pc:sldChg>
      <pc:sldChg chg="del">
        <pc:chgData name="Michael  Savage" userId="c857b847-144a-4585-acf5-056bad9b393a" providerId="ADAL" clId="{E3A4B2F0-F0FF-461E-81D2-7A66D07A99A5}" dt="2024-07-09T20:33:00.160" v="319" actId="2696"/>
        <pc:sldMkLst>
          <pc:docMk/>
          <pc:sldMk cId="1340165173" sldId="5286"/>
        </pc:sldMkLst>
      </pc:sldChg>
      <pc:sldChg chg="modSp mod modAnim">
        <pc:chgData name="Michael  Savage" userId="c857b847-144a-4585-acf5-056bad9b393a" providerId="ADAL" clId="{E3A4B2F0-F0FF-461E-81D2-7A66D07A99A5}" dt="2024-07-09T21:07:14.283" v="574"/>
        <pc:sldMkLst>
          <pc:docMk/>
          <pc:sldMk cId="3252895523" sldId="5287"/>
        </pc:sldMkLst>
      </pc:sldChg>
      <pc:sldChg chg="del">
        <pc:chgData name="Michael  Savage" userId="c857b847-144a-4585-acf5-056bad9b393a" providerId="ADAL" clId="{E3A4B2F0-F0FF-461E-81D2-7A66D07A99A5}" dt="2024-07-09T20:33:29.985" v="320" actId="2696"/>
        <pc:sldMkLst>
          <pc:docMk/>
          <pc:sldMk cId="1163477807" sldId="5288"/>
        </pc:sldMkLst>
      </pc:sldChg>
      <pc:sldChg chg="modSp mod modAnim">
        <pc:chgData name="Michael  Savage" userId="c857b847-144a-4585-acf5-056bad9b393a" providerId="ADAL" clId="{E3A4B2F0-F0FF-461E-81D2-7A66D07A99A5}" dt="2024-07-09T21:11:55.849" v="624" actId="1076"/>
        <pc:sldMkLst>
          <pc:docMk/>
          <pc:sldMk cId="2834633680" sldId="5292"/>
        </pc:sldMkLst>
      </pc:sldChg>
      <pc:sldChg chg="del">
        <pc:chgData name="Michael  Savage" userId="c857b847-144a-4585-acf5-056bad9b393a" providerId="ADAL" clId="{E3A4B2F0-F0FF-461E-81D2-7A66D07A99A5}" dt="2024-07-09T20:31:44.274" v="315" actId="2696"/>
        <pc:sldMkLst>
          <pc:docMk/>
          <pc:sldMk cId="2053365928" sldId="5295"/>
        </pc:sldMkLst>
      </pc:sldChg>
      <pc:sldChg chg="del">
        <pc:chgData name="Michael  Savage" userId="c857b847-144a-4585-acf5-056bad9b393a" providerId="ADAL" clId="{E3A4B2F0-F0FF-461E-81D2-7A66D07A99A5}" dt="2024-07-09T20:32:00.897" v="316" actId="2696"/>
        <pc:sldMkLst>
          <pc:docMk/>
          <pc:sldMk cId="2487769921" sldId="5298"/>
        </pc:sldMkLst>
      </pc:sldChg>
      <pc:sldChg chg="del">
        <pc:chgData name="Michael  Savage" userId="c857b847-144a-4585-acf5-056bad9b393a" providerId="ADAL" clId="{E3A4B2F0-F0FF-461E-81D2-7A66D07A99A5}" dt="2024-07-09T20:32:00.897" v="316" actId="2696"/>
        <pc:sldMkLst>
          <pc:docMk/>
          <pc:sldMk cId="2885104838" sldId="5299"/>
        </pc:sldMkLst>
      </pc:sldChg>
      <pc:sldChg chg="modAnim">
        <pc:chgData name="Michael  Savage" userId="c857b847-144a-4585-acf5-056bad9b393a" providerId="ADAL" clId="{E3A4B2F0-F0FF-461E-81D2-7A66D07A99A5}" dt="2024-07-09T21:12:21.350" v="626"/>
        <pc:sldMkLst>
          <pc:docMk/>
          <pc:sldMk cId="1728923418" sldId="5300"/>
        </pc:sldMkLst>
      </pc:sldChg>
      <pc:sldChg chg="modAnim">
        <pc:chgData name="Michael  Savage" userId="c857b847-144a-4585-acf5-056bad9b393a" providerId="ADAL" clId="{E3A4B2F0-F0FF-461E-81D2-7A66D07A99A5}" dt="2024-07-09T21:13:28.636" v="633"/>
        <pc:sldMkLst>
          <pc:docMk/>
          <pc:sldMk cId="3233593205" sldId="5301"/>
        </pc:sldMkLst>
      </pc:sldChg>
      <pc:sldChg chg="del">
        <pc:chgData name="Michael  Savage" userId="c857b847-144a-4585-acf5-056bad9b393a" providerId="ADAL" clId="{E3A4B2F0-F0FF-461E-81D2-7A66D07A99A5}" dt="2024-07-09T20:32:00.897" v="316" actId="2696"/>
        <pc:sldMkLst>
          <pc:docMk/>
          <pc:sldMk cId="791881134" sldId="5303"/>
        </pc:sldMkLst>
      </pc:sldChg>
      <pc:sldChg chg="del">
        <pc:chgData name="Michael  Savage" userId="c857b847-144a-4585-acf5-056bad9b393a" providerId="ADAL" clId="{E3A4B2F0-F0FF-461E-81D2-7A66D07A99A5}" dt="2024-07-09T20:33:29.985" v="320" actId="2696"/>
        <pc:sldMkLst>
          <pc:docMk/>
          <pc:sldMk cId="681593098" sldId="5306"/>
        </pc:sldMkLst>
      </pc:sldChg>
      <pc:sldChg chg="modSp mod modAnim">
        <pc:chgData name="Michael  Savage" userId="c857b847-144a-4585-acf5-056bad9b393a" providerId="ADAL" clId="{E3A4B2F0-F0FF-461E-81D2-7A66D07A99A5}" dt="2024-07-16T19:48:07.049" v="665"/>
        <pc:sldMkLst>
          <pc:docMk/>
          <pc:sldMk cId="1452823921" sldId="5307"/>
        </pc:sldMkLst>
      </pc:sldChg>
      <pc:sldChg chg="del">
        <pc:chgData name="Michael  Savage" userId="c857b847-144a-4585-acf5-056bad9b393a" providerId="ADAL" clId="{E3A4B2F0-F0FF-461E-81D2-7A66D07A99A5}" dt="2024-07-09T20:33:29.985" v="320" actId="2696"/>
        <pc:sldMkLst>
          <pc:docMk/>
          <pc:sldMk cId="3761858655" sldId="5308"/>
        </pc:sldMkLst>
      </pc:sldChg>
      <pc:sldChg chg="modAnim">
        <pc:chgData name="Michael  Savage" userId="c857b847-144a-4585-acf5-056bad9b393a" providerId="ADAL" clId="{E3A4B2F0-F0FF-461E-81D2-7A66D07A99A5}" dt="2024-07-09T21:14:44.045" v="638"/>
        <pc:sldMkLst>
          <pc:docMk/>
          <pc:sldMk cId="746180335" sldId="5309"/>
        </pc:sldMkLst>
      </pc:sldChg>
      <pc:sldChg chg="modSp mod ord">
        <pc:chgData name="Michael  Savage" userId="c857b847-144a-4585-acf5-056bad9b393a" providerId="ADAL" clId="{E3A4B2F0-F0FF-461E-81D2-7A66D07A99A5}" dt="2024-07-15T18:55:35.984" v="642"/>
        <pc:sldMkLst>
          <pc:docMk/>
          <pc:sldMk cId="1314587315" sldId="5310"/>
        </pc:sldMkLst>
      </pc:sldChg>
      <pc:sldChg chg="del">
        <pc:chgData name="Michael  Savage" userId="c857b847-144a-4585-acf5-056bad9b393a" providerId="ADAL" clId="{E3A4B2F0-F0FF-461E-81D2-7A66D07A99A5}" dt="2024-07-09T20:01:11.432" v="297" actId="2696"/>
        <pc:sldMkLst>
          <pc:docMk/>
          <pc:sldMk cId="2105143970" sldId="5310"/>
        </pc:sldMkLst>
      </pc:sldChg>
      <pc:sldChg chg="modSp modAnim">
        <pc:chgData name="Michael  Savage" userId="c857b847-144a-4585-acf5-056bad9b393a" providerId="ADAL" clId="{E3A4B2F0-F0FF-461E-81D2-7A66D07A99A5}" dt="2024-07-16T19:46:52.245" v="649"/>
        <pc:sldMkLst>
          <pc:docMk/>
          <pc:sldMk cId="1129570169" sldId="5311"/>
        </pc:sldMkLst>
      </pc:sldChg>
      <pc:sldChg chg="addSp delSp modSp add del mod">
        <pc:chgData name="Michael  Savage" userId="c857b847-144a-4585-acf5-056bad9b393a" providerId="ADAL" clId="{E3A4B2F0-F0FF-461E-81D2-7A66D07A99A5}" dt="2024-07-09T21:00:34.659" v="513" actId="2696"/>
        <pc:sldMkLst>
          <pc:docMk/>
          <pc:sldMk cId="1747017881" sldId="5312"/>
        </pc:sldMkLst>
      </pc:sldChg>
      <pc:sldChg chg="modSp add mod ord">
        <pc:chgData name="Michael  Savage" userId="c857b847-144a-4585-acf5-056bad9b393a" providerId="ADAL" clId="{E3A4B2F0-F0FF-461E-81D2-7A66D07A99A5}" dt="2024-07-09T21:03:05.402" v="561" actId="122"/>
        <pc:sldMkLst>
          <pc:docMk/>
          <pc:sldMk cId="2640907604" sldId="5313"/>
        </pc:sldMkLst>
      </pc:sldChg>
      <pc:sldChg chg="modSp mod">
        <pc:chgData name="Michael  Savage" userId="c857b847-144a-4585-acf5-056bad9b393a" providerId="ADAL" clId="{E3A4B2F0-F0FF-461E-81D2-7A66D07A99A5}" dt="2024-07-09T20:59:20.613" v="512" actId="207"/>
        <pc:sldMkLst>
          <pc:docMk/>
          <pc:sldMk cId="3852192061" sldId="5314"/>
        </pc:sldMkLst>
      </pc:sldChg>
      <pc:sldChg chg="modAnim">
        <pc:chgData name="Michael  Savage" userId="c857b847-144a-4585-acf5-056bad9b393a" providerId="ADAL" clId="{E3A4B2F0-F0FF-461E-81D2-7A66D07A99A5}" dt="2024-07-15T18:54:40.451" v="640"/>
        <pc:sldMkLst>
          <pc:docMk/>
          <pc:sldMk cId="3020766908" sldId="5315"/>
        </pc:sldMkLst>
      </pc:sldChg>
    </pc:docChg>
  </pc:docChgLst>
  <pc:docChgLst>
    <pc:chgData name="Michael  Savage" userId="c857b847-144a-4585-acf5-056bad9b393a" providerId="ADAL" clId="{3F1755F5-68AB-4B6E-98E7-FC88625ECBE3}"/>
    <pc:docChg chg="modSld">
      <pc:chgData name="Michael  Savage" userId="c857b847-144a-4585-acf5-056bad9b393a" providerId="ADAL" clId="{3F1755F5-68AB-4B6E-98E7-FC88625ECBE3}" dt="2022-10-14T16:50:35.243" v="9" actId="6549"/>
      <pc:docMkLst>
        <pc:docMk/>
      </pc:docMkLst>
      <pc:sldChg chg="modSp mod">
        <pc:chgData name="Michael  Savage" userId="c857b847-144a-4585-acf5-056bad9b393a" providerId="ADAL" clId="{3F1755F5-68AB-4B6E-98E7-FC88625ECBE3}" dt="2022-10-14T16:50:35.243" v="9" actId="6549"/>
        <pc:sldMkLst>
          <pc:docMk/>
          <pc:sldMk cId="2141716125" sldId="256"/>
        </pc:sldMkLst>
      </pc:sldChg>
    </pc:docChg>
  </pc:docChgLst>
  <pc:docChgLst>
    <pc:chgData name="Michael  Savage" userId="c857b847-144a-4585-acf5-056bad9b393a" providerId="ADAL" clId="{AC24800C-7CB0-4B00-A71B-46C48D9F31F9}"/>
    <pc:docChg chg="custSel addSld modSld modSection">
      <pc:chgData name="Michael  Savage" userId="c857b847-144a-4585-acf5-056bad9b393a" providerId="ADAL" clId="{AC24800C-7CB0-4B00-A71B-46C48D9F31F9}" dt="2024-12-02T22:24:52.198" v="370" actId="1076"/>
      <pc:docMkLst>
        <pc:docMk/>
      </pc:docMkLst>
      <pc:sldChg chg="modSp mod">
        <pc:chgData name="Michael  Savage" userId="c857b847-144a-4585-acf5-056bad9b393a" providerId="ADAL" clId="{AC24800C-7CB0-4B00-A71B-46C48D9F31F9}" dt="2024-12-02T01:14:04.830" v="349" actId="20577"/>
        <pc:sldMkLst>
          <pc:docMk/>
          <pc:sldMk cId="467590988" sldId="263"/>
        </pc:sldMkLst>
      </pc:sldChg>
      <pc:sldChg chg="modSp mod modAnim">
        <pc:chgData name="Michael  Savage" userId="c857b847-144a-4585-acf5-056bad9b393a" providerId="ADAL" clId="{AC24800C-7CB0-4B00-A71B-46C48D9F31F9}" dt="2024-12-02T01:12:27.146" v="339"/>
        <pc:sldMkLst>
          <pc:docMk/>
          <pc:sldMk cId="3852192061" sldId="5314"/>
        </pc:sldMkLst>
      </pc:sldChg>
      <pc:sldChg chg="addSp modSp mod">
        <pc:chgData name="Michael  Savage" userId="c857b847-144a-4585-acf5-056bad9b393a" providerId="ADAL" clId="{AC24800C-7CB0-4B00-A71B-46C48D9F31F9}" dt="2024-12-02T22:24:52.198" v="370" actId="1076"/>
        <pc:sldMkLst>
          <pc:docMk/>
          <pc:sldMk cId="2596927594" sldId="5319"/>
        </pc:sldMkLst>
      </pc:sldChg>
      <pc:sldChg chg="addSp delSp modSp add mod">
        <pc:chgData name="Michael  Savage" userId="c857b847-144a-4585-acf5-056bad9b393a" providerId="ADAL" clId="{AC24800C-7CB0-4B00-A71B-46C48D9F31F9}" dt="2024-12-02T18:51:38.892" v="362" actId="1076"/>
        <pc:sldMkLst>
          <pc:docMk/>
          <pc:sldMk cId="2508284418" sldId="5320"/>
        </pc:sldMkLst>
      </pc:sldChg>
    </pc:docChg>
  </pc:docChgLst>
  <pc:docChgLst>
    <pc:chgData name="Olivia Cherry" userId="47686792-f458-4f3d-8a34-05e96228b5ab" providerId="ADAL" clId="{F297BA61-036A-44C7-9940-FF787FD1CDA4}"/>
    <pc:docChg chg="undo custSel modSld sldOrd">
      <pc:chgData name="Olivia Cherry" userId="47686792-f458-4f3d-8a34-05e96228b5ab" providerId="ADAL" clId="{F297BA61-036A-44C7-9940-FF787FD1CDA4}" dt="2020-09-15T22:19:31.831" v="113" actId="20577"/>
      <pc:docMkLst>
        <pc:docMk/>
      </pc:docMkLst>
      <pc:sldChg chg="modSp mod">
        <pc:chgData name="Olivia Cherry" userId="47686792-f458-4f3d-8a34-05e96228b5ab" providerId="ADAL" clId="{F297BA61-036A-44C7-9940-FF787FD1CDA4}" dt="2020-09-15T22:19:25.322" v="94" actId="20577"/>
        <pc:sldMkLst>
          <pc:docMk/>
          <pc:sldMk cId="3229043921" sldId="300"/>
        </pc:sldMkLst>
      </pc:sldChg>
      <pc:sldChg chg="modSp mod ord">
        <pc:chgData name="Olivia Cherry" userId="47686792-f458-4f3d-8a34-05e96228b5ab" providerId="ADAL" clId="{F297BA61-036A-44C7-9940-FF787FD1CDA4}" dt="2020-09-15T22:19:31.803" v="102" actId="20577"/>
        <pc:sldMkLst>
          <pc:docMk/>
          <pc:sldMk cId="162813694" sldId="303"/>
        </pc:sldMkLst>
      </pc:sldChg>
      <pc:sldChg chg="modSp mod">
        <pc:chgData name="Olivia Cherry" userId="47686792-f458-4f3d-8a34-05e96228b5ab" providerId="ADAL" clId="{F297BA61-036A-44C7-9940-FF787FD1CDA4}" dt="2020-09-15T22:12:59.228" v="22" actId="20577"/>
        <pc:sldMkLst>
          <pc:docMk/>
          <pc:sldMk cId="1525070032" sldId="332"/>
        </pc:sldMkLst>
      </pc:sldChg>
      <pc:sldChg chg="modSp mod">
        <pc:chgData name="Olivia Cherry" userId="47686792-f458-4f3d-8a34-05e96228b5ab" providerId="ADAL" clId="{F297BA61-036A-44C7-9940-FF787FD1CDA4}" dt="2020-09-15T22:19:31.831" v="113" actId="20577"/>
        <pc:sldMkLst>
          <pc:docMk/>
          <pc:sldMk cId="541447396" sldId="333"/>
        </pc:sldMkLst>
      </pc:sldChg>
    </pc:docChg>
  </pc:docChgLst>
  <pc:docChgLst>
    <pc:chgData name="Michael  Savage" userId="c857b847-144a-4585-acf5-056bad9b393a" providerId="ADAL" clId="{49C749C6-7027-481C-9721-C01112E0DCF2}"/>
    <pc:docChg chg="undo custSel addSld delSld modSld modSection">
      <pc:chgData name="Michael  Savage" userId="c857b847-144a-4585-acf5-056bad9b393a" providerId="ADAL" clId="{49C749C6-7027-481C-9721-C01112E0DCF2}" dt="2023-06-06T20:18:23.761" v="2436" actId="313"/>
      <pc:docMkLst>
        <pc:docMk/>
      </pc:docMkLst>
      <pc:sldChg chg="modSp del mod">
        <pc:chgData name="Michael  Savage" userId="c857b847-144a-4585-acf5-056bad9b393a" providerId="ADAL" clId="{49C749C6-7027-481C-9721-C01112E0DCF2}" dt="2023-05-31T21:18:01.418" v="877" actId="2696"/>
        <pc:sldMkLst>
          <pc:docMk/>
          <pc:sldMk cId="452163659" sldId="5281"/>
        </pc:sldMkLst>
      </pc:sldChg>
      <pc:sldChg chg="modSp mod">
        <pc:chgData name="Michael  Savage" userId="c857b847-144a-4585-acf5-056bad9b393a" providerId="ADAL" clId="{49C749C6-7027-481C-9721-C01112E0DCF2}" dt="2023-06-06T19:31:16.060" v="909" actId="255"/>
        <pc:sldMkLst>
          <pc:docMk/>
          <pc:sldMk cId="1254378790" sldId="5283"/>
        </pc:sldMkLst>
      </pc:sldChg>
      <pc:sldChg chg="modSp mod modNotesTx">
        <pc:chgData name="Michael  Savage" userId="c857b847-144a-4585-acf5-056bad9b393a" providerId="ADAL" clId="{49C749C6-7027-481C-9721-C01112E0DCF2}" dt="2023-06-06T19:42:37.349" v="1232" actId="255"/>
        <pc:sldMkLst>
          <pc:docMk/>
          <pc:sldMk cId="1163477807" sldId="5288"/>
        </pc:sldMkLst>
      </pc:sldChg>
      <pc:sldChg chg="del">
        <pc:chgData name="Michael  Savage" userId="c857b847-144a-4585-acf5-056bad9b393a" providerId="ADAL" clId="{49C749C6-7027-481C-9721-C01112E0DCF2}" dt="2023-05-31T21:26:11.829" v="897" actId="2696"/>
        <pc:sldMkLst>
          <pc:docMk/>
          <pc:sldMk cId="1895854298" sldId="5290"/>
        </pc:sldMkLst>
      </pc:sldChg>
      <pc:sldChg chg="modSp mod">
        <pc:chgData name="Michael  Savage" userId="c857b847-144a-4585-acf5-056bad9b393a" providerId="ADAL" clId="{49C749C6-7027-481C-9721-C01112E0DCF2}" dt="2023-06-06T19:31:27.243" v="910" actId="255"/>
        <pc:sldMkLst>
          <pc:docMk/>
          <pc:sldMk cId="2053365928" sldId="5295"/>
        </pc:sldMkLst>
      </pc:sldChg>
      <pc:sldChg chg="del">
        <pc:chgData name="Michael  Savage" userId="c857b847-144a-4585-acf5-056bad9b393a" providerId="ADAL" clId="{49C749C6-7027-481C-9721-C01112E0DCF2}" dt="2023-05-31T20:46:59.484" v="18" actId="2696"/>
        <pc:sldMkLst>
          <pc:docMk/>
          <pc:sldMk cId="1974089801" sldId="5297"/>
        </pc:sldMkLst>
      </pc:sldChg>
      <pc:sldChg chg="modSp mod">
        <pc:chgData name="Michael  Savage" userId="c857b847-144a-4585-acf5-056bad9b393a" providerId="ADAL" clId="{49C749C6-7027-481C-9721-C01112E0DCF2}" dt="2023-05-31T20:42:48.504" v="17" actId="20577"/>
        <pc:sldMkLst>
          <pc:docMk/>
          <pc:sldMk cId="2487769921" sldId="5298"/>
        </pc:sldMkLst>
      </pc:sldChg>
      <pc:sldChg chg="modSp mod">
        <pc:chgData name="Michael  Savage" userId="c857b847-144a-4585-acf5-056bad9b393a" providerId="ADAL" clId="{49C749C6-7027-481C-9721-C01112E0DCF2}" dt="2023-06-06T19:33:07.957" v="933" actId="20577"/>
        <pc:sldMkLst>
          <pc:docMk/>
          <pc:sldMk cId="3233593205" sldId="5301"/>
        </pc:sldMkLst>
      </pc:sldChg>
      <pc:sldChg chg="add del">
        <pc:chgData name="Michael  Savage" userId="c857b847-144a-4585-acf5-056bad9b393a" providerId="ADAL" clId="{49C749C6-7027-481C-9721-C01112E0DCF2}" dt="2023-05-31T21:17:58.230" v="876" actId="2696"/>
        <pc:sldMkLst>
          <pc:docMk/>
          <pc:sldMk cId="249962458" sldId="5302"/>
        </pc:sldMkLst>
      </pc:sldChg>
      <pc:sldChg chg="modSp add mod">
        <pc:chgData name="Michael  Savage" userId="c857b847-144a-4585-acf5-056bad9b393a" providerId="ADAL" clId="{49C749C6-7027-481C-9721-C01112E0DCF2}" dt="2023-06-06T19:30:27.275" v="898" actId="20577"/>
        <pc:sldMkLst>
          <pc:docMk/>
          <pc:sldMk cId="791881134" sldId="5303"/>
        </pc:sldMkLst>
      </pc:sldChg>
      <pc:sldChg chg="del">
        <pc:chgData name="Michael  Savage" userId="c857b847-144a-4585-acf5-056bad9b393a" providerId="ADAL" clId="{49C749C6-7027-481C-9721-C01112E0DCF2}" dt="2023-05-31T21:20:36.826" v="879" actId="2696"/>
        <pc:sldMkLst>
          <pc:docMk/>
          <pc:sldMk cId="1800029919" sldId="5304"/>
        </pc:sldMkLst>
      </pc:sldChg>
      <pc:sldChg chg="add del">
        <pc:chgData name="Michael  Savage" userId="c857b847-144a-4585-acf5-056bad9b393a" providerId="ADAL" clId="{49C749C6-7027-481C-9721-C01112E0DCF2}" dt="2023-05-31T21:20:41.649" v="880" actId="2696"/>
        <pc:sldMkLst>
          <pc:docMk/>
          <pc:sldMk cId="1835580676" sldId="5305"/>
        </pc:sldMkLst>
      </pc:sldChg>
      <pc:sldChg chg="modSp mod">
        <pc:chgData name="Michael  Savage" userId="c857b847-144a-4585-acf5-056bad9b393a" providerId="ADAL" clId="{49C749C6-7027-481C-9721-C01112E0DCF2}" dt="2023-06-06T20:18:23.761" v="2436" actId="313"/>
        <pc:sldMkLst>
          <pc:docMk/>
          <pc:sldMk cId="681593098" sldId="5306"/>
        </pc:sldMkLst>
      </pc:sldChg>
      <pc:sldChg chg="modSp add mod">
        <pc:chgData name="Michael  Savage" userId="c857b847-144a-4585-acf5-056bad9b393a" providerId="ADAL" clId="{49C749C6-7027-481C-9721-C01112E0DCF2}" dt="2023-06-06T20:15:08.170" v="2227" actId="255"/>
        <pc:sldMkLst>
          <pc:docMk/>
          <pc:sldMk cId="1452823921" sldId="5307"/>
        </pc:sldMkLst>
      </pc:sldChg>
      <pc:sldChg chg="modSp add mod">
        <pc:chgData name="Michael  Savage" userId="c857b847-144a-4585-acf5-056bad9b393a" providerId="ADAL" clId="{49C749C6-7027-481C-9721-C01112E0DCF2}" dt="2023-06-06T19:54:51.389" v="1804" actId="115"/>
        <pc:sldMkLst>
          <pc:docMk/>
          <pc:sldMk cId="3761858655" sldId="5308"/>
        </pc:sldMkLst>
      </pc:sldChg>
      <pc:sldChg chg="modSp add mod">
        <pc:chgData name="Michael  Savage" userId="c857b847-144a-4585-acf5-056bad9b393a" providerId="ADAL" clId="{49C749C6-7027-481C-9721-C01112E0DCF2}" dt="2023-06-06T20:07:27.792" v="2097" actId="113"/>
        <pc:sldMkLst>
          <pc:docMk/>
          <pc:sldMk cId="746180335" sldId="5309"/>
        </pc:sldMkLst>
      </pc:sldChg>
    </pc:docChg>
  </pc:docChgLst>
  <pc:docChgLst>
    <pc:chgData name="Olivia Cherry" userId="47686792-f458-4f3d-8a34-05e96228b5ab" providerId="ADAL" clId="{855EB8F3-2465-485A-8D98-692CBA6FF039}"/>
    <pc:docChg chg="undo custSel delSld modSld sldOrd addSection delSection modSection">
      <pc:chgData name="Olivia Cherry" userId="47686792-f458-4f3d-8a34-05e96228b5ab" providerId="ADAL" clId="{855EB8F3-2465-485A-8D98-692CBA6FF039}" dt="2020-09-16T14:24:50.367" v="1108" actId="113"/>
      <pc:docMkLst>
        <pc:docMk/>
      </pc:docMkLst>
      <pc:sldChg chg="modSp mod">
        <pc:chgData name="Olivia Cherry" userId="47686792-f458-4f3d-8a34-05e96228b5ab" providerId="ADAL" clId="{855EB8F3-2465-485A-8D98-692CBA6FF039}" dt="2020-09-15T22:56:25.988" v="699" actId="20577"/>
        <pc:sldMkLst>
          <pc:docMk/>
          <pc:sldMk cId="2994139383" sldId="256"/>
        </pc:sldMkLst>
      </pc:sldChg>
      <pc:sldChg chg="modSp mod">
        <pc:chgData name="Olivia Cherry" userId="47686792-f458-4f3d-8a34-05e96228b5ab" providerId="ADAL" clId="{855EB8F3-2465-485A-8D98-692CBA6FF039}" dt="2020-09-15T22:56:34.805" v="701" actId="20577"/>
        <pc:sldMkLst>
          <pc:docMk/>
          <pc:sldMk cId="289915184" sldId="257"/>
        </pc:sldMkLst>
      </pc:sldChg>
      <pc:sldChg chg="modSp mod">
        <pc:chgData name="Olivia Cherry" userId="47686792-f458-4f3d-8a34-05e96228b5ab" providerId="ADAL" clId="{855EB8F3-2465-485A-8D98-692CBA6FF039}" dt="2020-09-15T22:33:14.673" v="689" actId="20577"/>
        <pc:sldMkLst>
          <pc:docMk/>
          <pc:sldMk cId="467590988" sldId="263"/>
        </pc:sldMkLst>
      </pc:sldChg>
      <pc:sldChg chg="modSp mod addCm delCm">
        <pc:chgData name="Olivia Cherry" userId="47686792-f458-4f3d-8a34-05e96228b5ab" providerId="ADAL" clId="{855EB8F3-2465-485A-8D98-692CBA6FF039}" dt="2020-09-15T22:25:10.642" v="449" actId="20577"/>
        <pc:sldMkLst>
          <pc:docMk/>
          <pc:sldMk cId="3229043921" sldId="300"/>
        </pc:sldMkLst>
      </pc:sldChg>
      <pc:sldChg chg="modSp mod ord">
        <pc:chgData name="Olivia Cherry" userId="47686792-f458-4f3d-8a34-05e96228b5ab" providerId="ADAL" clId="{855EB8F3-2465-485A-8D98-692CBA6FF039}" dt="2020-09-15T22:31:37.024" v="644" actId="20577"/>
        <pc:sldMkLst>
          <pc:docMk/>
          <pc:sldMk cId="162813694" sldId="303"/>
        </pc:sldMkLst>
      </pc:sldChg>
      <pc:sldChg chg="modSp mod">
        <pc:chgData name="Olivia Cherry" userId="47686792-f458-4f3d-8a34-05e96228b5ab" providerId="ADAL" clId="{855EB8F3-2465-485A-8D98-692CBA6FF039}" dt="2020-09-15T22:27:19.312" v="538" actId="20577"/>
        <pc:sldMkLst>
          <pc:docMk/>
          <pc:sldMk cId="3948508984" sldId="314"/>
        </pc:sldMkLst>
      </pc:sldChg>
      <pc:sldChg chg="del">
        <pc:chgData name="Olivia Cherry" userId="47686792-f458-4f3d-8a34-05e96228b5ab" providerId="ADAL" clId="{855EB8F3-2465-485A-8D98-692CBA6FF039}" dt="2020-09-15T22:27:27.638" v="539" actId="2696"/>
        <pc:sldMkLst>
          <pc:docMk/>
          <pc:sldMk cId="1232960374" sldId="318"/>
        </pc:sldMkLst>
      </pc:sldChg>
      <pc:sldChg chg="modSp mod">
        <pc:chgData name="Olivia Cherry" userId="47686792-f458-4f3d-8a34-05e96228b5ab" providerId="ADAL" clId="{855EB8F3-2465-485A-8D98-692CBA6FF039}" dt="2020-09-15T22:31:50.627" v="669" actId="20577"/>
        <pc:sldMkLst>
          <pc:docMk/>
          <pc:sldMk cId="3750067167" sldId="320"/>
        </pc:sldMkLst>
      </pc:sldChg>
      <pc:sldChg chg="del">
        <pc:chgData name="Olivia Cherry" userId="47686792-f458-4f3d-8a34-05e96228b5ab" providerId="ADAL" clId="{855EB8F3-2465-485A-8D98-692CBA6FF039}" dt="2020-09-15T22:28:08.872" v="540" actId="2696"/>
        <pc:sldMkLst>
          <pc:docMk/>
          <pc:sldMk cId="1658268005" sldId="326"/>
        </pc:sldMkLst>
      </pc:sldChg>
      <pc:sldChg chg="del">
        <pc:chgData name="Olivia Cherry" userId="47686792-f458-4f3d-8a34-05e96228b5ab" providerId="ADAL" clId="{855EB8F3-2465-485A-8D98-692CBA6FF039}" dt="2020-09-15T22:28:40.900" v="543" actId="2696"/>
        <pc:sldMkLst>
          <pc:docMk/>
          <pc:sldMk cId="1002161756" sldId="327"/>
        </pc:sldMkLst>
      </pc:sldChg>
      <pc:sldChg chg="del">
        <pc:chgData name="Olivia Cherry" userId="47686792-f458-4f3d-8a34-05e96228b5ab" providerId="ADAL" clId="{855EB8F3-2465-485A-8D98-692CBA6FF039}" dt="2020-09-15T22:28:44.084" v="544" actId="2696"/>
        <pc:sldMkLst>
          <pc:docMk/>
          <pc:sldMk cId="2509917836" sldId="328"/>
        </pc:sldMkLst>
      </pc:sldChg>
      <pc:sldChg chg="del">
        <pc:chgData name="Olivia Cherry" userId="47686792-f458-4f3d-8a34-05e96228b5ab" providerId="ADAL" clId="{855EB8F3-2465-485A-8D98-692CBA6FF039}" dt="2020-09-15T22:28:47.653" v="545" actId="2696"/>
        <pc:sldMkLst>
          <pc:docMk/>
          <pc:sldMk cId="4065171929" sldId="329"/>
        </pc:sldMkLst>
      </pc:sldChg>
      <pc:sldChg chg="del">
        <pc:chgData name="Olivia Cherry" userId="47686792-f458-4f3d-8a34-05e96228b5ab" providerId="ADAL" clId="{855EB8F3-2465-485A-8D98-692CBA6FF039}" dt="2020-09-15T22:28:51.962" v="546" actId="2696"/>
        <pc:sldMkLst>
          <pc:docMk/>
          <pc:sldMk cId="1318271851" sldId="330"/>
        </pc:sldMkLst>
      </pc:sldChg>
      <pc:sldChg chg="del">
        <pc:chgData name="Olivia Cherry" userId="47686792-f458-4f3d-8a34-05e96228b5ab" providerId="ADAL" clId="{855EB8F3-2465-485A-8D98-692CBA6FF039}" dt="2020-09-15T22:29:49.963" v="547" actId="2696"/>
        <pc:sldMkLst>
          <pc:docMk/>
          <pc:sldMk cId="2502428645" sldId="331"/>
        </pc:sldMkLst>
      </pc:sldChg>
      <pc:sldChg chg="modSp mod">
        <pc:chgData name="Olivia Cherry" userId="47686792-f458-4f3d-8a34-05e96228b5ab" providerId="ADAL" clId="{855EB8F3-2465-485A-8D98-692CBA6FF039}" dt="2020-09-16T14:20:19.051" v="715" actId="20577"/>
        <pc:sldMkLst>
          <pc:docMk/>
          <pc:sldMk cId="1525070032" sldId="332"/>
        </pc:sldMkLst>
      </pc:sldChg>
      <pc:sldChg chg="modSp mod">
        <pc:chgData name="Olivia Cherry" userId="47686792-f458-4f3d-8a34-05e96228b5ab" providerId="ADAL" clId="{855EB8F3-2465-485A-8D98-692CBA6FF039}" dt="2020-09-16T14:24:50.367" v="1108" actId="113"/>
        <pc:sldMkLst>
          <pc:docMk/>
          <pc:sldMk cId="541447396" sldId="333"/>
        </pc:sldMkLst>
      </pc:sldChg>
      <pc:sldChg chg="modSp mod">
        <pc:chgData name="Olivia Cherry" userId="47686792-f458-4f3d-8a34-05e96228b5ab" providerId="ADAL" clId="{855EB8F3-2465-485A-8D98-692CBA6FF039}" dt="2020-09-15T22:30:49.717" v="594" actId="20577"/>
        <pc:sldMkLst>
          <pc:docMk/>
          <pc:sldMk cId="2435619475" sldId="334"/>
        </pc:sldMkLst>
      </pc:sldChg>
      <pc:sldChg chg="del">
        <pc:chgData name="Olivia Cherry" userId="47686792-f458-4f3d-8a34-05e96228b5ab" providerId="ADAL" clId="{855EB8F3-2465-485A-8D98-692CBA6FF039}" dt="2020-09-15T22:31:07.277" v="595" actId="2696"/>
        <pc:sldMkLst>
          <pc:docMk/>
          <pc:sldMk cId="1979717067" sldId="33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2B6B01-A4F5-0449-BD5D-D0B65B94C951}" type="datetimeFigureOut">
              <a:rPr lang="en-US" smtClean="0"/>
              <a:t>3/11/2025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C3F8B5-728B-8443-81BE-850C0C0FE529}" type="slidenum">
              <a:rPr lang="en-US" smtClean="0"/>
              <a:t>‹#›</a:t>
            </a:fld>
            <a:endParaRPr lang="en-US"/>
          </a:p>
        </p:txBody>
      </p:sp>
    </p:spTree>
    <p:extLst>
      <p:ext uri="{BB962C8B-B14F-4D97-AF65-F5344CB8AC3E}">
        <p14:creationId xmlns:p14="http://schemas.microsoft.com/office/powerpoint/2010/main" val="27520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peoplehum.com/glossary/conflict-management"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15000"/>
              </a:lnSpc>
              <a:spcBef>
                <a:spcPts val="0"/>
              </a:spcBef>
              <a:spcAft>
                <a:spcPts val="0"/>
              </a:spcAft>
              <a:buClrTx/>
              <a:buSzTx/>
              <a:buFont typeface="Franklin Gothic Book" panose="020B0503020102020204" pitchFamily="34" charset="0"/>
              <a:buNone/>
              <a:tabLst/>
              <a:defRPr/>
            </a:pPr>
            <a:r>
              <a:rPr kumimoji="0" lang="en-US" sz="1800" b="0" i="0" u="none" strike="noStrike" kern="1200" cap="none" spc="0" normalizeH="0" baseline="0" noProof="0" dirty="0">
                <a:ln>
                  <a:noFill/>
                </a:ln>
                <a:solidFill>
                  <a:srgbClr val="1F497D"/>
                </a:solidFill>
                <a:effectLst/>
                <a:uLnTx/>
                <a:uFillTx/>
                <a:latin typeface="Arial" panose="020B0604020202020204" pitchFamily="34" charset="0"/>
                <a:ea typeface="Arial" panose="020B0604020202020204" pitchFamily="34" charset="0"/>
                <a:cs typeface="Open Sans" panose="020B0606030504020204" pitchFamily="34" charset="0"/>
                <a:hlinkClick r:id="rId3"/>
              </a:rPr>
              <a:t>https://www.peoplehum.com/glossary/conflict-management#</a:t>
            </a:r>
            <a:endParaRPr kumimoji="0" lang="en-US" sz="1800" b="0" i="0" u="none" strike="noStrike" kern="1200" cap="none" spc="0" normalizeH="0" baseline="0" noProof="0" dirty="0">
              <a:ln>
                <a:noFill/>
              </a:ln>
              <a:solidFill>
                <a:srgbClr val="1F497D"/>
              </a:solidFill>
              <a:effectLst/>
              <a:uLnTx/>
              <a:uFillTx/>
              <a:latin typeface="Arial" panose="020B0604020202020204" pitchFamily="34" charset="0"/>
              <a:ea typeface="Arial" panose="020B0604020202020204" pitchFamily="34" charset="0"/>
              <a:cs typeface="Open Sans" panose="020B0606030504020204" pitchFamily="34" charset="0"/>
            </a:endParaRP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0C3F8B5-728B-8443-81BE-850C0C0FE5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479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0C3F8B5-728B-8443-81BE-850C0C0FE5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9191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0C3F8B5-728B-8443-81BE-850C0C0FE5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794635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0C3F8B5-728B-8443-81BE-850C0C0FE5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781055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0C3F8B5-728B-8443-81BE-850C0C0FE5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582337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23134149ff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23134149ff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Skills examples</a:t>
            </a:r>
            <a:r>
              <a:rPr lang="en-US" dirty="0"/>
              <a:t>: creativity, communication, teamwork, clarity, decision-making, planning, reflection, examples of other problems, leadership, accountability, experience, calmness, listening skills, pivoting. </a:t>
            </a:r>
          </a:p>
        </p:txBody>
      </p:sp>
      <p:sp>
        <p:nvSpPr>
          <p:cNvPr id="4" name="Slide Number Placeholder 3"/>
          <p:cNvSpPr>
            <a:spLocks noGrp="1"/>
          </p:cNvSpPr>
          <p:nvPr>
            <p:ph type="sldNum" sz="quarter" idx="5"/>
          </p:nvPr>
        </p:nvSpPr>
        <p:spPr/>
        <p:txBody>
          <a:bodyPr/>
          <a:lstStyle/>
          <a:p>
            <a:fld id="{10C3F8B5-728B-8443-81BE-850C0C0FE529}" type="slidenum">
              <a:rPr lang="en-US" smtClean="0"/>
              <a:t>12</a:t>
            </a:fld>
            <a:endParaRPr lang="en-US"/>
          </a:p>
        </p:txBody>
      </p:sp>
    </p:spTree>
    <p:extLst>
      <p:ext uri="{BB962C8B-B14F-4D97-AF65-F5344CB8AC3E}">
        <p14:creationId xmlns:p14="http://schemas.microsoft.com/office/powerpoint/2010/main" val="37089043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Preparing the class for the assessment next week during CD class. (Oral Communication) </a:t>
            </a:r>
          </a:p>
        </p:txBody>
      </p:sp>
      <p:sp>
        <p:nvSpPr>
          <p:cNvPr id="4" name="Slide Number Placeholder 3"/>
          <p:cNvSpPr>
            <a:spLocks noGrp="1"/>
          </p:cNvSpPr>
          <p:nvPr>
            <p:ph type="sldNum" sz="quarter" idx="5"/>
          </p:nvPr>
        </p:nvSpPr>
        <p:spPr/>
        <p:txBody>
          <a:bodyPr/>
          <a:lstStyle/>
          <a:p>
            <a:fld id="{10C3F8B5-728B-8443-81BE-850C0C0FE529}" type="slidenum">
              <a:rPr lang="en-US" smtClean="0"/>
              <a:t>13</a:t>
            </a:fld>
            <a:endParaRPr lang="en-US"/>
          </a:p>
        </p:txBody>
      </p:sp>
    </p:spTree>
    <p:extLst>
      <p:ext uri="{BB962C8B-B14F-4D97-AF65-F5344CB8AC3E}">
        <p14:creationId xmlns:p14="http://schemas.microsoft.com/office/powerpoint/2010/main" val="28268306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Your resume is your personal marketing brochure. Recruiters take an average of 30-60 seconds to review a resume and your goal is to demonstrate that you’re the best person for the job with your skills and accomplishments.</a:t>
            </a:r>
          </a:p>
          <a:p>
            <a:pPr marL="0" marR="0" lvl="0" indent="0" algn="l" defTabSz="4572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effectLst/>
              <a:latin typeface="+mn-lt"/>
              <a:ea typeface="ＭＳ Ｐゴシック" charset="0"/>
            </a:endParaRPr>
          </a:p>
          <a:p>
            <a:pPr marL="0" marR="0" lvl="0" indent="0" algn="l" defTabSz="4572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rPr>
              <a:t>You’re marketing yourself- list your skills, accomplishments, and prove why you’re the best person for the job</a:t>
            </a:r>
            <a:endParaRPr lang="en-US" dirty="0"/>
          </a:p>
          <a:p>
            <a:pPr marL="0" marR="0" lvl="0" indent="0" algn="l" defTabSz="457200" rtl="0" eaLnBrk="0" fontAlgn="base" latinLnBrk="0" hangingPunct="0">
              <a:lnSpc>
                <a:spcPct val="100000"/>
              </a:lnSpc>
              <a:spcBef>
                <a:spcPct val="30000"/>
              </a:spcBef>
              <a:spcAft>
                <a:spcPct val="0"/>
              </a:spcAft>
              <a:buClrTx/>
              <a:buSzTx/>
              <a:buFontTx/>
              <a:buNone/>
              <a:tabLst/>
              <a:defRPr/>
            </a:pPr>
            <a:r>
              <a:rPr lang="en-US" dirty="0"/>
              <a:t>Keep it simple:  Use bullet points vs paragraphs and </a:t>
            </a:r>
            <a:r>
              <a:rPr lang="en-US" sz="800" dirty="0"/>
              <a:t>make sure your resume is clear, professional, and easy to read</a:t>
            </a:r>
            <a:endParaRPr lang="en-US" sz="300" dirty="0"/>
          </a:p>
          <a:p>
            <a:pPr marL="0" marR="0" lvl="0" indent="0" algn="l" defTabSz="457200" rtl="0" eaLnBrk="0" fontAlgn="base" latinLnBrk="0" hangingPunct="0">
              <a:lnSpc>
                <a:spcPct val="100000"/>
              </a:lnSpc>
              <a:spcBef>
                <a:spcPct val="30000"/>
              </a:spcBef>
              <a:spcAft>
                <a:spcPct val="0"/>
              </a:spcAft>
              <a:buClrTx/>
              <a:buSzTx/>
              <a:buFontTx/>
              <a:buNone/>
              <a:tabLst/>
              <a:defRPr/>
            </a:pPr>
            <a:r>
              <a:rPr lang="en-US" sz="300" noProof="1">
                <a:latin typeface="CiscoSansTT Light" panose="020B0503020201020303" pitchFamily="34" charset="0"/>
                <a:cs typeface="CiscoSansTT Light" panose="020B0503020201020303" pitchFamily="34" charset="0"/>
              </a:rPr>
              <a:t>When you can, use words and phrases that show results.  </a:t>
            </a:r>
          </a:p>
          <a:p>
            <a:pPr marL="0" marR="0" lvl="0" indent="0" algn="l" defTabSz="457200" rtl="0" eaLnBrk="0" fontAlgn="base" latinLnBrk="0" hangingPunct="0">
              <a:lnSpc>
                <a:spcPct val="100000"/>
              </a:lnSpc>
              <a:spcBef>
                <a:spcPct val="30000"/>
              </a:spcBef>
              <a:spcAft>
                <a:spcPct val="0"/>
              </a:spcAft>
              <a:buClrTx/>
              <a:buSzTx/>
              <a:buFontTx/>
              <a:buNone/>
              <a:tabLst/>
              <a:defRPr/>
            </a:pPr>
            <a:r>
              <a:rPr lang="en-US" sz="300" noProof="1">
                <a:latin typeface="CiscoSansTT Light" panose="020B0503020201020303" pitchFamily="34" charset="0"/>
                <a:cs typeface="CiscoSansTT Light" panose="020B0503020201020303" pitchFamily="34" charset="0"/>
              </a:rPr>
              <a:t>Always proof-read your resume and have someone else proof-read it as well- the last thing you want is a grammatical error </a:t>
            </a:r>
            <a:endParaRPr lang="en-GB" sz="800" noProof="1">
              <a:latin typeface="CiscoSansTT Light" panose="020B0503020201020303" pitchFamily="34" charset="0"/>
              <a:cs typeface="CiscoSansTT Light" panose="020B0503020201020303" pitchFamily="34" charset="0"/>
            </a:endParaRPr>
          </a:p>
        </p:txBody>
      </p:sp>
      <p:sp>
        <p:nvSpPr>
          <p:cNvPr id="4" name="Slide Number Placeholder 3"/>
          <p:cNvSpPr>
            <a:spLocks noGrp="1"/>
          </p:cNvSpPr>
          <p:nvPr>
            <p:ph type="sldNum" sz="quarter" idx="5"/>
          </p:nvPr>
        </p:nvSpPr>
        <p:spPr/>
        <p:txBody>
          <a:bodyPr/>
          <a:lstStyle/>
          <a:p>
            <a:pPr>
              <a:defRPr/>
            </a:pPr>
            <a:fld id="{F97A1FA6-25DE-9E4E-A34D-CF67DE7DBDC7}" type="slidenum">
              <a:rPr lang="en-US" smtClean="0"/>
              <a:pPr>
                <a:defRPr/>
              </a:pPr>
              <a:t>17</a:t>
            </a:fld>
            <a:endParaRPr lang="en-US"/>
          </a:p>
        </p:txBody>
      </p:sp>
    </p:spTree>
    <p:extLst>
      <p:ext uri="{BB962C8B-B14F-4D97-AF65-F5344CB8AC3E}">
        <p14:creationId xmlns:p14="http://schemas.microsoft.com/office/powerpoint/2010/main" val="13413576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STATE</a:t>
            </a:r>
            <a:r>
              <a:rPr lang="en-US" sz="1200" kern="1200" dirty="0">
                <a:solidFill>
                  <a:schemeClr val="tx1"/>
                </a:solidFill>
                <a:effectLst/>
                <a:latin typeface="+mn-lt"/>
                <a:ea typeface="+mn-ea"/>
                <a:cs typeface="+mn-cs"/>
              </a:rPr>
              <a:t>: As you begin documenting your achievements/responsibilities for previous jobs, here are some questions you can think about:</a:t>
            </a:r>
          </a:p>
          <a:p>
            <a:pPr lvl="0"/>
            <a:r>
              <a:rPr lang="en-US" sz="1200" kern="1200" dirty="0">
                <a:solidFill>
                  <a:schemeClr val="tx1"/>
                </a:solidFill>
                <a:effectLst/>
                <a:latin typeface="+mn-lt"/>
                <a:ea typeface="+mn-ea"/>
                <a:cs typeface="+mn-cs"/>
              </a:rPr>
              <a:t>Did you solve a recurring problem for your department?</a:t>
            </a:r>
          </a:p>
          <a:p>
            <a:pPr lvl="0"/>
            <a:r>
              <a:rPr lang="en-US" sz="1200" kern="1200" dirty="0">
                <a:solidFill>
                  <a:schemeClr val="tx1"/>
                </a:solidFill>
                <a:effectLst/>
                <a:latin typeface="+mn-lt"/>
                <a:ea typeface="+mn-ea"/>
                <a:cs typeface="+mn-cs"/>
              </a:rPr>
              <a:t>Did you suggest any new procedures or programs for your company?</a:t>
            </a:r>
          </a:p>
          <a:p>
            <a:pPr lvl="0"/>
            <a:r>
              <a:rPr lang="en-US" sz="1200" kern="1200" dirty="0">
                <a:solidFill>
                  <a:schemeClr val="tx1"/>
                </a:solidFill>
                <a:effectLst/>
                <a:latin typeface="+mn-lt"/>
                <a:ea typeface="+mn-ea"/>
                <a:cs typeface="+mn-cs"/>
              </a:rPr>
              <a:t>Did you make your job easier or more efficient?</a:t>
            </a:r>
          </a:p>
          <a:p>
            <a:pPr lvl="0"/>
            <a:r>
              <a:rPr lang="en-US" sz="1200" kern="1200" dirty="0">
                <a:solidFill>
                  <a:schemeClr val="tx1"/>
                </a:solidFill>
                <a:effectLst/>
                <a:latin typeface="+mn-lt"/>
                <a:ea typeface="+mn-ea"/>
                <a:cs typeface="+mn-cs"/>
              </a:rPr>
              <a:t>Did you train anyone?</a:t>
            </a:r>
          </a:p>
          <a:p>
            <a:pPr lvl="0"/>
            <a:r>
              <a:rPr lang="en-US" sz="1200" kern="1200" dirty="0">
                <a:solidFill>
                  <a:schemeClr val="tx1"/>
                </a:solidFill>
                <a:effectLst/>
                <a:latin typeface="+mn-lt"/>
                <a:ea typeface="+mn-ea"/>
                <a:cs typeface="+mn-cs"/>
              </a:rPr>
              <a:t>Did you implement a new procedure or system?</a:t>
            </a:r>
          </a:p>
          <a:p>
            <a:pPr lvl="0"/>
            <a:r>
              <a:rPr lang="en-US" sz="1200" kern="1200" dirty="0">
                <a:solidFill>
                  <a:schemeClr val="tx1"/>
                </a:solidFill>
                <a:effectLst/>
                <a:latin typeface="+mn-lt"/>
                <a:ea typeface="+mn-ea"/>
                <a:cs typeface="+mn-cs"/>
              </a:rPr>
              <a:t>Did you do a job with fewer people or in less time?</a:t>
            </a:r>
          </a:p>
          <a:p>
            <a:pPr lvl="0"/>
            <a:r>
              <a:rPr lang="en-US" sz="1200" kern="1200" dirty="0">
                <a:solidFill>
                  <a:schemeClr val="tx1"/>
                </a:solidFill>
                <a:effectLst/>
                <a:latin typeface="+mn-lt"/>
                <a:ea typeface="+mn-ea"/>
                <a:cs typeface="+mn-cs"/>
              </a:rPr>
              <a:t>Did you help increase sales?</a:t>
            </a:r>
          </a:p>
          <a:p>
            <a:pPr lvl="0"/>
            <a:r>
              <a:rPr lang="en-US" sz="1200" kern="1200" dirty="0">
                <a:solidFill>
                  <a:schemeClr val="tx1"/>
                </a:solidFill>
                <a:effectLst/>
                <a:latin typeface="+mn-lt"/>
                <a:ea typeface="+mn-ea"/>
                <a:cs typeface="+mn-cs"/>
              </a:rPr>
              <a:t>Did you save the company money?</a:t>
            </a:r>
          </a:p>
          <a:p>
            <a:pPr lvl="0"/>
            <a:r>
              <a:rPr lang="en-US" sz="1200" kern="1200" dirty="0">
                <a:solidFill>
                  <a:schemeClr val="tx1"/>
                </a:solidFill>
                <a:effectLst/>
                <a:latin typeface="+mn-lt"/>
                <a:ea typeface="+mn-ea"/>
                <a:cs typeface="+mn-cs"/>
              </a:rPr>
              <a:t>In each bullet, try to think of anything “IT RELATED” that you did. That will make it more impactful, even if the job was IT.</a:t>
            </a:r>
          </a:p>
          <a:p>
            <a:r>
              <a:rPr lang="en-US" sz="1200" b="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STATE</a:t>
            </a:r>
            <a:r>
              <a:rPr lang="en-US" sz="1200" kern="1200" dirty="0">
                <a:solidFill>
                  <a:schemeClr val="tx1"/>
                </a:solidFill>
                <a:effectLst/>
                <a:latin typeface="+mn-lt"/>
                <a:ea typeface="+mn-ea"/>
                <a:cs typeface="+mn-cs"/>
              </a:rPr>
              <a:t>: Before you advertise this in your profile or summary of qualifications, be sure you can prove it. </a:t>
            </a:r>
          </a:p>
          <a:p>
            <a:r>
              <a:rPr lang="en-US" sz="1200" b="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10C3F8B5-728B-8443-81BE-850C0C0FE529}" type="slidenum">
              <a:rPr lang="en-US" smtClean="0"/>
              <a:t>19</a:t>
            </a:fld>
            <a:endParaRPr lang="en-US"/>
          </a:p>
        </p:txBody>
      </p:sp>
    </p:spTree>
    <p:extLst>
      <p:ext uri="{BB962C8B-B14F-4D97-AF65-F5344CB8AC3E}">
        <p14:creationId xmlns:p14="http://schemas.microsoft.com/office/powerpoint/2010/main" val="5510459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0C3F8B5-728B-8443-81BE-850C0C0FE529}" type="slidenum">
              <a:rPr lang="en-US" smtClean="0"/>
              <a:t>30</a:t>
            </a:fld>
            <a:endParaRPr lang="en-US"/>
          </a:p>
        </p:txBody>
      </p:sp>
    </p:spTree>
    <p:extLst>
      <p:ext uri="{BB962C8B-B14F-4D97-AF65-F5344CB8AC3E}">
        <p14:creationId xmlns:p14="http://schemas.microsoft.com/office/powerpoint/2010/main" val="28736213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5.jpe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2.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18" Type="http://schemas.openxmlformats.org/officeDocument/2006/relationships/image" Target="../media/image31.png"/><Relationship Id="rId26" Type="http://schemas.openxmlformats.org/officeDocument/2006/relationships/image" Target="../media/image39.png"/><Relationship Id="rId3" Type="http://schemas.openxmlformats.org/officeDocument/2006/relationships/image" Target="../media/image16.jpeg"/><Relationship Id="rId21" Type="http://schemas.openxmlformats.org/officeDocument/2006/relationships/image" Target="../media/image34.png"/><Relationship Id="rId7" Type="http://schemas.openxmlformats.org/officeDocument/2006/relationships/image" Target="../media/image20.png"/><Relationship Id="rId12" Type="http://schemas.openxmlformats.org/officeDocument/2006/relationships/image" Target="../media/image25.png"/><Relationship Id="rId17" Type="http://schemas.openxmlformats.org/officeDocument/2006/relationships/image" Target="../media/image30.png"/><Relationship Id="rId25" Type="http://schemas.openxmlformats.org/officeDocument/2006/relationships/image" Target="../media/image38.png"/><Relationship Id="rId2" Type="http://schemas.openxmlformats.org/officeDocument/2006/relationships/image" Target="../media/image15.jpeg"/><Relationship Id="rId16" Type="http://schemas.openxmlformats.org/officeDocument/2006/relationships/image" Target="../media/image29.png"/><Relationship Id="rId20" Type="http://schemas.openxmlformats.org/officeDocument/2006/relationships/image" Target="../media/image33.jpeg"/><Relationship Id="rId29" Type="http://schemas.openxmlformats.org/officeDocument/2006/relationships/image" Target="../media/image41.png"/><Relationship Id="rId1" Type="http://schemas.openxmlformats.org/officeDocument/2006/relationships/slideMaster" Target="../slideMasters/slideMaster2.xml"/><Relationship Id="rId6" Type="http://schemas.openxmlformats.org/officeDocument/2006/relationships/image" Target="../media/image19.png"/><Relationship Id="rId11" Type="http://schemas.openxmlformats.org/officeDocument/2006/relationships/image" Target="../media/image24.jpeg"/><Relationship Id="rId24" Type="http://schemas.openxmlformats.org/officeDocument/2006/relationships/image" Target="../media/image37.png"/><Relationship Id="rId32" Type="http://schemas.openxmlformats.org/officeDocument/2006/relationships/image" Target="../media/image44.png"/><Relationship Id="rId5" Type="http://schemas.openxmlformats.org/officeDocument/2006/relationships/image" Target="../media/image18.png"/><Relationship Id="rId15" Type="http://schemas.openxmlformats.org/officeDocument/2006/relationships/image" Target="../media/image28.png"/><Relationship Id="rId23" Type="http://schemas.openxmlformats.org/officeDocument/2006/relationships/image" Target="../media/image36.png"/><Relationship Id="rId28" Type="http://schemas.microsoft.com/office/2007/relationships/hdphoto" Target="../media/hdphoto2.wdp"/><Relationship Id="rId10" Type="http://schemas.openxmlformats.org/officeDocument/2006/relationships/image" Target="../media/image23.png"/><Relationship Id="rId19" Type="http://schemas.openxmlformats.org/officeDocument/2006/relationships/image" Target="../media/image32.jpeg"/><Relationship Id="rId31" Type="http://schemas.openxmlformats.org/officeDocument/2006/relationships/image" Target="../media/image43.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jpeg"/><Relationship Id="rId22" Type="http://schemas.openxmlformats.org/officeDocument/2006/relationships/image" Target="../media/image35.png"/><Relationship Id="rId27" Type="http://schemas.openxmlformats.org/officeDocument/2006/relationships/image" Target="../media/image40.png"/><Relationship Id="rId30" Type="http://schemas.openxmlformats.org/officeDocument/2006/relationships/image" Target="../media/image4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2679906" y="4658030"/>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Network Support Career Development</a:t>
            </a:r>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4E5D7D2C-3077-2F42-A8CF-7192BBF79C05}" type="datetimeFigureOut">
              <a:rPr lang="en-US" smtClean="0"/>
              <a:t>3/11/2025</a:t>
            </a:fld>
            <a:endParaRPr 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5CCC1BA6-C570-B043-B96E-9D6A363A290A}" type="slidenum">
              <a:rPr lang="en-US" smtClean="0"/>
              <a:t>‹#›</a:t>
            </a:fld>
            <a:endParaRPr lang="en-US"/>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accent1"/>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accent1"/>
            </a:solidFill>
            <a:ln w="0">
              <a:noFill/>
              <a:prstDash val="solid"/>
              <a:round/>
              <a:headEnd/>
              <a:tailEnd/>
            </a:ln>
          </p:spPr>
        </p:sp>
      </p:grpSp>
      <p:pic>
        <p:nvPicPr>
          <p:cNvPr id="8" name="Picture 7">
            <a:extLst>
              <a:ext uri="{FF2B5EF4-FFF2-40B4-BE49-F238E27FC236}">
                <a16:creationId xmlns:a16="http://schemas.microsoft.com/office/drawing/2014/main" id="{F27209B2-E254-DE40-8E17-3550A7FD8DA5}"/>
              </a:ext>
            </a:extLst>
          </p:cNvPr>
          <p:cNvPicPr>
            <a:picLocks noChangeAspect="1"/>
          </p:cNvPicPr>
          <p:nvPr userDrawn="1"/>
        </p:nvPicPr>
        <p:blipFill>
          <a:blip r:embed="rId2"/>
          <a:stretch>
            <a:fillRect/>
          </a:stretch>
        </p:blipFill>
        <p:spPr>
          <a:xfrm>
            <a:off x="2232838" y="1326406"/>
            <a:ext cx="7471144" cy="3603226"/>
          </a:xfrm>
          <a:prstGeom prst="rect">
            <a:avLst/>
          </a:prstGeom>
        </p:spPr>
      </p:pic>
    </p:spTree>
    <p:extLst>
      <p:ext uri="{BB962C8B-B14F-4D97-AF65-F5344CB8AC3E}">
        <p14:creationId xmlns:p14="http://schemas.microsoft.com/office/powerpoint/2010/main" val="24447688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5D7D2C-3077-2F42-A8CF-7192BBF79C05}"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CC1BA6-C570-B043-B96E-9D6A363A290A}" type="slidenum">
              <a:rPr lang="en-US" smtClean="0"/>
              <a:t>‹#›</a:t>
            </a:fld>
            <a:endParaRPr lang="en-US"/>
          </a:p>
        </p:txBody>
      </p:sp>
    </p:spTree>
    <p:extLst>
      <p:ext uri="{BB962C8B-B14F-4D97-AF65-F5344CB8AC3E}">
        <p14:creationId xmlns:p14="http://schemas.microsoft.com/office/powerpoint/2010/main" val="20058707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4E5D7D2C-3077-2F42-A8CF-7192BBF79C05}" type="datetimeFigureOut">
              <a:rPr lang="en-US" smtClean="0"/>
              <a:t>3/11/2025</a:t>
            </a:fld>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r>
              <a:rPr lang="en-US" dirty="0"/>
              <a:t>Career Development 2020</a:t>
            </a:r>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5CCC1BA6-C570-B043-B96E-9D6A363A290A}" type="slidenum">
              <a:rPr lang="en-US" smtClean="0"/>
              <a:t>‹#›</a:t>
            </a:fld>
            <a:endParaRPr 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accent1"/>
          </a:solidFill>
          <a:ln w="0">
            <a:noFill/>
            <a:prstDash val="solid"/>
            <a:round/>
            <a:headEnd/>
            <a:tailEnd/>
          </a:ln>
        </p:spPr>
      </p:sp>
    </p:spTree>
    <p:extLst>
      <p:ext uri="{BB962C8B-B14F-4D97-AF65-F5344CB8AC3E}">
        <p14:creationId xmlns:p14="http://schemas.microsoft.com/office/powerpoint/2010/main" val="12340374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5D7D2C-3077-2F42-A8CF-7192BBF79C05}" type="datetimeFigureOut">
              <a:rPr lang="en-US" smtClean="0"/>
              <a:t>3/11/2025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CC1BA6-C570-B043-B96E-9D6A363A290A}" type="slidenum">
              <a:rPr lang="en-US" smtClean="0"/>
              <a:t>‹#›</a:t>
            </a:fld>
            <a:endParaRPr lang="en-US"/>
          </a:p>
        </p:txBody>
      </p:sp>
    </p:spTree>
    <p:extLst>
      <p:ext uri="{BB962C8B-B14F-4D97-AF65-F5344CB8AC3E}">
        <p14:creationId xmlns:p14="http://schemas.microsoft.com/office/powerpoint/2010/main" val="2188646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E5D7D2C-3077-2F42-A8CF-7192BBF79C05}" type="datetimeFigureOut">
              <a:rPr lang="en-US" smtClean="0"/>
              <a:t>3/11/2025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CC1BA6-C570-B043-B96E-9D6A363A290A}" type="slidenum">
              <a:rPr lang="en-US" smtClean="0"/>
              <a:t>‹#›</a:t>
            </a:fld>
            <a:endParaRPr lang="en-US"/>
          </a:p>
        </p:txBody>
      </p:sp>
    </p:spTree>
    <p:extLst>
      <p:ext uri="{BB962C8B-B14F-4D97-AF65-F5344CB8AC3E}">
        <p14:creationId xmlns:p14="http://schemas.microsoft.com/office/powerpoint/2010/main" val="8080665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E5D7D2C-3077-2F42-A8CF-7192BBF79C05}" type="datetimeFigureOut">
              <a:rPr lang="en-US" smtClean="0"/>
              <a:t>3/11/2025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CC1BA6-C570-B043-B96E-9D6A363A290A}" type="slidenum">
              <a:rPr lang="en-US" smtClean="0"/>
              <a:t>‹#›</a:t>
            </a:fld>
            <a:endParaRPr lang="en-US"/>
          </a:p>
        </p:txBody>
      </p:sp>
    </p:spTree>
    <p:extLst>
      <p:ext uri="{BB962C8B-B14F-4D97-AF65-F5344CB8AC3E}">
        <p14:creationId xmlns:p14="http://schemas.microsoft.com/office/powerpoint/2010/main" val="32030216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5D7D2C-3077-2F42-A8CF-7192BBF79C05}" type="datetimeFigureOut">
              <a:rPr lang="en-US" smtClean="0"/>
              <a:t>3/11/2025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CCC1BA6-C570-B043-B96E-9D6A363A290A}" type="slidenum">
              <a:rPr lang="en-US" smtClean="0"/>
              <a:t>‹#›</a:t>
            </a:fld>
            <a:endParaRPr lang="en-US"/>
          </a:p>
        </p:txBody>
      </p:sp>
    </p:spTree>
    <p:extLst>
      <p:ext uri="{BB962C8B-B14F-4D97-AF65-F5344CB8AC3E}">
        <p14:creationId xmlns:p14="http://schemas.microsoft.com/office/powerpoint/2010/main" val="3256120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4E5D7D2C-3077-2F42-A8CF-7192BBF79C05}" type="datetimeFigureOut">
              <a:rPr lang="en-US" smtClean="0"/>
              <a:t>3/11/2025</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5CCC1BA6-C570-B043-B96E-9D6A363A290A}"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590909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4E5D7D2C-3077-2F42-A8CF-7192BBF79C05}" type="datetimeFigureOut">
              <a:rPr lang="en-US" smtClean="0"/>
              <a:t>3/11/2025</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5CCC1BA6-C570-B043-B96E-9D6A363A290A}"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1328948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8420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F4D96-FA17-7495-9180-DCB508CCC3C8}"/>
              </a:ext>
            </a:extLst>
          </p:cNvPr>
          <p:cNvSpPr>
            <a:spLocks noGrp="1"/>
          </p:cNvSpPr>
          <p:nvPr>
            <p:ph type="ctrTitle"/>
          </p:nvPr>
        </p:nvSpPr>
        <p:spPr>
          <a:xfrm>
            <a:off x="1524000" y="1122363"/>
            <a:ext cx="9144000" cy="2387600"/>
          </a:xfrm>
        </p:spPr>
        <p:txBody>
          <a:bodyPr anchor="b">
            <a:normAutofit/>
          </a:bodyPr>
          <a:lstStyle>
            <a:lvl1pPr algn="ctr">
              <a:defRPr sz="4800" b="1" i="0" baseline="0">
                <a:solidFill>
                  <a:schemeClr val="tx2"/>
                </a:solidFill>
                <a:latin typeface="Aleo" pitchFamily="2" charset="77"/>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96C67CC-FC23-78DD-20B5-121F4D8023A0}"/>
              </a:ext>
            </a:extLst>
          </p:cNvPr>
          <p:cNvSpPr>
            <a:spLocks noGrp="1"/>
          </p:cNvSpPr>
          <p:nvPr>
            <p:ph type="subTitle" idx="1"/>
          </p:nvPr>
        </p:nvSpPr>
        <p:spPr>
          <a:xfrm>
            <a:off x="1524000" y="3602038"/>
            <a:ext cx="9144000" cy="1655762"/>
          </a:xfrm>
        </p:spPr>
        <p:txBody>
          <a:bodyPr/>
          <a:lstStyle>
            <a:lvl1pPr marL="0" indent="0" algn="ctr">
              <a:buNone/>
              <a:defRPr sz="2400" baseline="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F90CE2B1-3898-CEA5-40F5-975AAFED3CB3}"/>
              </a:ext>
            </a:extLst>
          </p:cNvPr>
          <p:cNvSpPr>
            <a:spLocks noGrp="1"/>
          </p:cNvSpPr>
          <p:nvPr>
            <p:ph type="dt" sz="half" idx="10"/>
          </p:nvPr>
        </p:nvSpPr>
        <p:spPr>
          <a:xfrm>
            <a:off x="1057274" y="6356350"/>
            <a:ext cx="2524125" cy="365125"/>
          </a:xfrm>
        </p:spPr>
        <p:txBody>
          <a:bodyPr/>
          <a:lstStyle>
            <a:lvl1pPr>
              <a:defRPr sz="1000">
                <a:latin typeface="Open Sans" panose="020B0606030504020204" pitchFamily="34" charset="0"/>
                <a:ea typeface="Open Sans" panose="020B0606030504020204" pitchFamily="34" charset="0"/>
                <a:cs typeface="Open Sans" panose="020B0606030504020204" pitchFamily="34" charset="0"/>
              </a:defRPr>
            </a:lvl1pPr>
          </a:lstStyle>
          <a:p>
            <a:fld id="{B2FF59FA-73EB-D247-AE42-AA75FDA6A982}" type="datetime2">
              <a:rPr lang="en-US" smtClean="0"/>
              <a:t>Tuesday, March 11, 2025</a:t>
            </a:fld>
            <a:endParaRPr lang="en-US"/>
          </a:p>
        </p:txBody>
      </p:sp>
      <p:sp>
        <p:nvSpPr>
          <p:cNvPr id="5" name="Footer Placeholder 4">
            <a:extLst>
              <a:ext uri="{FF2B5EF4-FFF2-40B4-BE49-F238E27FC236}">
                <a16:creationId xmlns:a16="http://schemas.microsoft.com/office/drawing/2014/main" id="{753A22BC-519C-81BE-2106-BC8E1E8F2F26}"/>
              </a:ext>
            </a:extLst>
          </p:cNvPr>
          <p:cNvSpPr>
            <a:spLocks noGrp="1"/>
          </p:cNvSpPr>
          <p:nvPr>
            <p:ph type="ftr" sz="quarter" idx="11"/>
          </p:nvPr>
        </p:nvSpPr>
        <p:spPr>
          <a:xfrm>
            <a:off x="3686175" y="6356350"/>
            <a:ext cx="5815013" cy="365125"/>
          </a:xfrm>
        </p:spPr>
        <p:txBody>
          <a:bodyPr/>
          <a:lstStyle>
            <a:lvl1pPr algn="r">
              <a:defRPr sz="1000">
                <a:latin typeface="Open Sans" panose="020B0606030504020204" pitchFamily="34" charset="0"/>
                <a:ea typeface="Open Sans" panose="020B0606030504020204" pitchFamily="34" charset="0"/>
                <a:cs typeface="Open Sans" panose="020B0606030504020204" pitchFamily="34" charset="0"/>
              </a:defRPr>
            </a:lvl1pPr>
          </a:lstStyle>
          <a:p>
            <a:endParaRPr lang="en-US" dirty="0"/>
          </a:p>
        </p:txBody>
      </p:sp>
      <p:sp>
        <p:nvSpPr>
          <p:cNvPr id="6" name="Slide Number Placeholder 5">
            <a:extLst>
              <a:ext uri="{FF2B5EF4-FFF2-40B4-BE49-F238E27FC236}">
                <a16:creationId xmlns:a16="http://schemas.microsoft.com/office/drawing/2014/main" id="{A36B6AD2-3CF1-BD23-80FA-0C67675068BC}"/>
              </a:ext>
            </a:extLst>
          </p:cNvPr>
          <p:cNvSpPr>
            <a:spLocks noGrp="1"/>
          </p:cNvSpPr>
          <p:nvPr>
            <p:ph type="sldNum" sz="quarter" idx="12"/>
          </p:nvPr>
        </p:nvSpPr>
        <p:spPr>
          <a:xfrm>
            <a:off x="150607" y="6348155"/>
            <a:ext cx="552600" cy="373320"/>
          </a:xfrm>
        </p:spPr>
        <p:txBody>
          <a:bodyPr/>
          <a:lstStyle>
            <a:lvl1pPr algn="l">
              <a:defRPr sz="1000" baseline="0">
                <a:latin typeface="Open Sans" panose="020B0606030504020204" pitchFamily="34" charset="0"/>
                <a:ea typeface="Open Sans" panose="020B0606030504020204" pitchFamily="34" charset="0"/>
                <a:cs typeface="Open Sans" panose="020B0606030504020204" pitchFamily="34" charset="0"/>
              </a:defRPr>
            </a:lvl1pPr>
          </a:lstStyle>
          <a:p>
            <a:fld id="{17BDB469-BB8C-0C46-9793-E3A9CAC591C6}" type="slidenum">
              <a:rPr lang="en-US" smtClean="0"/>
              <a:pPr/>
              <a:t>‹#›</a:t>
            </a:fld>
            <a:endParaRPr lang="en-US" dirty="0"/>
          </a:p>
        </p:txBody>
      </p:sp>
    </p:spTree>
    <p:extLst>
      <p:ext uri="{BB962C8B-B14F-4D97-AF65-F5344CB8AC3E}">
        <p14:creationId xmlns:p14="http://schemas.microsoft.com/office/powerpoint/2010/main" val="10559537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80A9330-1FCE-AE17-0CC0-627A4533C22A}"/>
              </a:ext>
            </a:extLst>
          </p:cNvPr>
          <p:cNvSpPr>
            <a:spLocks noGrp="1"/>
          </p:cNvSpPr>
          <p:nvPr>
            <p:ph type="dt" sz="half" idx="10"/>
          </p:nvPr>
        </p:nvSpPr>
        <p:spPr/>
        <p:txBody>
          <a:bodyPr/>
          <a:lstStyle/>
          <a:p>
            <a:fld id="{D087CFD6-D3A0-EB41-9877-0C1499BE0BFA}" type="datetime2">
              <a:rPr lang="en-US" smtClean="0"/>
              <a:t>Tuesday, March 11, 2025</a:t>
            </a:fld>
            <a:endParaRPr lang="en-US"/>
          </a:p>
        </p:txBody>
      </p:sp>
      <p:sp>
        <p:nvSpPr>
          <p:cNvPr id="4" name="Footer Placeholder 3">
            <a:extLst>
              <a:ext uri="{FF2B5EF4-FFF2-40B4-BE49-F238E27FC236}">
                <a16:creationId xmlns:a16="http://schemas.microsoft.com/office/drawing/2014/main" id="{A7684528-50C1-F449-E495-FB7F9A964D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598933A-E98F-00DE-37C0-FC4D864EDD99}"/>
              </a:ext>
            </a:extLst>
          </p:cNvPr>
          <p:cNvSpPr>
            <a:spLocks noGrp="1"/>
          </p:cNvSpPr>
          <p:nvPr>
            <p:ph type="sldNum" sz="quarter" idx="12"/>
          </p:nvPr>
        </p:nvSpPr>
        <p:spPr/>
        <p:txBody>
          <a:bodyPr/>
          <a:lstStyle/>
          <a:p>
            <a:fld id="{17BDB469-BB8C-0C46-9793-E3A9CAC591C6}" type="slidenum">
              <a:rPr lang="en-US" smtClean="0"/>
              <a:pPr/>
              <a:t>‹#›</a:t>
            </a:fld>
            <a:endParaRPr lang="en-US"/>
          </a:p>
        </p:txBody>
      </p:sp>
      <p:pic>
        <p:nvPicPr>
          <p:cNvPr id="6" name="Picture 2" descr="Franklin County, Per Scholas launch tech program for women of color">
            <a:extLst>
              <a:ext uri="{FF2B5EF4-FFF2-40B4-BE49-F238E27FC236}">
                <a16:creationId xmlns:a16="http://schemas.microsoft.com/office/drawing/2014/main" id="{00F29B30-F506-D051-01FC-1238511A4800}"/>
              </a:ext>
            </a:extLst>
          </p:cNvPr>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7864602" y="2427869"/>
            <a:ext cx="4327398" cy="282201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apply tech career button">
            <a:extLst>
              <a:ext uri="{FF2B5EF4-FFF2-40B4-BE49-F238E27FC236}">
                <a16:creationId xmlns:a16="http://schemas.microsoft.com/office/drawing/2014/main" id="{827A3C2C-02D9-15A0-090D-F980FB48CB8E}"/>
              </a:ext>
            </a:extLst>
          </p:cNvPr>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0" y="2409438"/>
            <a:ext cx="3084844" cy="289581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picture containing person, preparing&#10;&#10;Description automatically generated">
            <a:extLst>
              <a:ext uri="{FF2B5EF4-FFF2-40B4-BE49-F238E27FC236}">
                <a16:creationId xmlns:a16="http://schemas.microsoft.com/office/drawing/2014/main" id="{FFF2F568-D2B9-FDE8-6AA7-16AE02A26589}"/>
              </a:ext>
            </a:extLst>
          </p:cNvPr>
          <p:cNvPicPr>
            <a:picLocks noGrp="1"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flipH="1">
            <a:off x="3084844" y="2415309"/>
            <a:ext cx="2970195" cy="2821131"/>
          </a:xfrm>
          <a:prstGeom prst="rect">
            <a:avLst/>
          </a:prstGeom>
        </p:spPr>
      </p:pic>
      <p:pic>
        <p:nvPicPr>
          <p:cNvPr id="9" name="Picture 8" descr="A person talking to another person&#10;&#10;Description automatically generated with medium confidence">
            <a:extLst>
              <a:ext uri="{FF2B5EF4-FFF2-40B4-BE49-F238E27FC236}">
                <a16:creationId xmlns:a16="http://schemas.microsoft.com/office/drawing/2014/main" id="{A0FA1E77-E160-2FAB-C18A-09D0A7BA7435}"/>
              </a:ext>
            </a:extLst>
          </p:cNvPr>
          <p:cNvPicPr>
            <a:picLocks noGrp="1" noChangeAspect="1"/>
          </p:cNvPicPr>
          <p:nvPr userDrawn="1"/>
        </p:nvPicPr>
        <p:blipFill>
          <a:blip r:embed="rId5" cstate="email">
            <a:extLst>
              <a:ext uri="{28A0092B-C50C-407E-A947-70E740481C1C}">
                <a14:useLocalDpi xmlns:a14="http://schemas.microsoft.com/office/drawing/2010/main"/>
              </a:ext>
            </a:extLst>
          </a:blip>
          <a:srcRect/>
          <a:stretch>
            <a:fillRect/>
          </a:stretch>
        </p:blipFill>
        <p:spPr>
          <a:xfrm>
            <a:off x="5968545" y="2408091"/>
            <a:ext cx="2890123" cy="2810756"/>
          </a:xfrm>
          <a:prstGeom prst="rect">
            <a:avLst/>
          </a:prstGeom>
        </p:spPr>
      </p:pic>
      <p:pic>
        <p:nvPicPr>
          <p:cNvPr id="10" name="Picture 9" descr="A picture containing logo&#10;&#10;Description automatically generated">
            <a:extLst>
              <a:ext uri="{FF2B5EF4-FFF2-40B4-BE49-F238E27FC236}">
                <a16:creationId xmlns:a16="http://schemas.microsoft.com/office/drawing/2014/main" id="{69EA6879-51F8-0FE1-48BE-DABA62FF8021}"/>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634630" y="481896"/>
            <a:ext cx="3806741" cy="1169289"/>
          </a:xfrm>
          <a:prstGeom prst="rect">
            <a:avLst/>
          </a:prstGeom>
        </p:spPr>
      </p:pic>
      <p:sp>
        <p:nvSpPr>
          <p:cNvPr id="11" name="Isosceles Triangle 16">
            <a:extLst>
              <a:ext uri="{FF2B5EF4-FFF2-40B4-BE49-F238E27FC236}">
                <a16:creationId xmlns:a16="http://schemas.microsoft.com/office/drawing/2014/main" id="{2B4AAC14-DE31-4064-A4DB-9E9B48C07ED2}"/>
              </a:ext>
            </a:extLst>
          </p:cNvPr>
          <p:cNvSpPr/>
          <p:nvPr userDrawn="1"/>
        </p:nvSpPr>
        <p:spPr>
          <a:xfrm rot="16048920" flipV="1">
            <a:off x="4223523" y="2272938"/>
            <a:ext cx="508020" cy="6758345"/>
          </a:xfrm>
          <a:prstGeom prst="triangle">
            <a:avLst>
              <a:gd name="adj" fmla="val 75469"/>
            </a:avLst>
          </a:prstGeom>
          <a:solidFill>
            <a:srgbClr val="E4AC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20">
            <a:extLst>
              <a:ext uri="{FF2B5EF4-FFF2-40B4-BE49-F238E27FC236}">
                <a16:creationId xmlns:a16="http://schemas.microsoft.com/office/drawing/2014/main" id="{CF0F1847-6BB8-A08E-0CAD-C7F9F7E5E4B7}"/>
              </a:ext>
            </a:extLst>
          </p:cNvPr>
          <p:cNvSpPr/>
          <p:nvPr userDrawn="1"/>
        </p:nvSpPr>
        <p:spPr>
          <a:xfrm rot="16200000" flipV="1">
            <a:off x="5842868" y="-625364"/>
            <a:ext cx="511344" cy="12197083"/>
          </a:xfrm>
          <a:prstGeom prst="triangle">
            <a:avLst>
              <a:gd name="adj" fmla="val 100000"/>
            </a:avLst>
          </a:prstGeom>
          <a:solidFill>
            <a:srgbClr val="137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Isosceles Triangle 21">
            <a:extLst>
              <a:ext uri="{FF2B5EF4-FFF2-40B4-BE49-F238E27FC236}">
                <a16:creationId xmlns:a16="http://schemas.microsoft.com/office/drawing/2014/main" id="{F484B09B-E201-A0A3-6B9A-BD757751E01B}"/>
              </a:ext>
            </a:extLst>
          </p:cNvPr>
          <p:cNvSpPr/>
          <p:nvPr userDrawn="1"/>
        </p:nvSpPr>
        <p:spPr>
          <a:xfrm rot="16200000" flipH="1">
            <a:off x="5884200" y="-3879931"/>
            <a:ext cx="423599" cy="12192000"/>
          </a:xfrm>
          <a:prstGeom prst="triangle">
            <a:avLst>
              <a:gd name="adj" fmla="val 100000"/>
            </a:avLst>
          </a:prstGeom>
          <a:solidFill>
            <a:srgbClr val="D754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91957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A55F8-9EF4-3865-54CD-BD03B26D7113}"/>
              </a:ext>
            </a:extLst>
          </p:cNvPr>
          <p:cNvSpPr>
            <a:spLocks noGrp="1"/>
          </p:cNvSpPr>
          <p:nvPr>
            <p:ph type="title"/>
          </p:nvPr>
        </p:nvSpPr>
        <p:spPr/>
        <p:txBody>
          <a:bodyPr anchor="b">
            <a:normAutofit/>
          </a:bodyPr>
          <a:lstStyle>
            <a:lvl1pPr>
              <a:defRPr sz="3600" b="0" i="0" baseline="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0432F153-9568-4AA3-BB44-FB7751DCE3F3}"/>
              </a:ext>
            </a:extLst>
          </p:cNvPr>
          <p:cNvSpPr>
            <a:spLocks noGrp="1"/>
          </p:cNvSpPr>
          <p:nvPr>
            <p:ph type="dt" sz="half" idx="10"/>
          </p:nvPr>
        </p:nvSpPr>
        <p:spPr/>
        <p:txBody>
          <a:bodyPr/>
          <a:lstStyle/>
          <a:p>
            <a:fld id="{D087CFD6-D3A0-EB41-9877-0C1499BE0BFA}" type="datetime2">
              <a:rPr lang="en-US" smtClean="0"/>
              <a:t>Tuesday, March 11, 2025</a:t>
            </a:fld>
            <a:endParaRPr lang="en-US"/>
          </a:p>
        </p:txBody>
      </p:sp>
      <p:sp>
        <p:nvSpPr>
          <p:cNvPr id="4" name="Footer Placeholder 3">
            <a:extLst>
              <a:ext uri="{FF2B5EF4-FFF2-40B4-BE49-F238E27FC236}">
                <a16:creationId xmlns:a16="http://schemas.microsoft.com/office/drawing/2014/main" id="{DCE8916B-EE43-EAD2-B08D-298D8F5CB1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82E223D-F8FA-C79D-E4D0-17A0783D7645}"/>
              </a:ext>
            </a:extLst>
          </p:cNvPr>
          <p:cNvSpPr>
            <a:spLocks noGrp="1"/>
          </p:cNvSpPr>
          <p:nvPr>
            <p:ph type="sldNum" sz="quarter" idx="12"/>
          </p:nvPr>
        </p:nvSpPr>
        <p:spPr/>
        <p:txBody>
          <a:bodyPr/>
          <a:lstStyle/>
          <a:p>
            <a:fld id="{17BDB469-BB8C-0C46-9793-E3A9CAC591C6}" type="slidenum">
              <a:rPr lang="en-US" smtClean="0"/>
              <a:pPr/>
              <a:t>‹#›</a:t>
            </a:fld>
            <a:endParaRPr lang="en-US"/>
          </a:p>
        </p:txBody>
      </p:sp>
      <p:pic>
        <p:nvPicPr>
          <p:cNvPr id="14" name="Picture 20">
            <a:extLst>
              <a:ext uri="{FF2B5EF4-FFF2-40B4-BE49-F238E27FC236}">
                <a16:creationId xmlns:a16="http://schemas.microsoft.com/office/drawing/2014/main" id="{19CC9CE6-294E-583B-587E-725C3D639347}"/>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2106811" y="3842106"/>
            <a:ext cx="2734961" cy="205122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8" descr="Per Scholas Opens Newark Campus in Historic Bell Building | Newark, NJ News  TAPinto">
            <a:extLst>
              <a:ext uri="{FF2B5EF4-FFF2-40B4-BE49-F238E27FC236}">
                <a16:creationId xmlns:a16="http://schemas.microsoft.com/office/drawing/2014/main" id="{ABBE50BD-82D3-8EAE-ECF0-8B81EE5E966B}"/>
              </a:ext>
            </a:extLst>
          </p:cNvPr>
          <p:cNvPicPr>
            <a:picLocks noChangeAspect="1" noChangeArrowheads="1"/>
          </p:cNvPicPr>
          <p:nvPr userDrawn="1"/>
        </p:nvPicPr>
        <p:blipFill>
          <a:blip r:embed="rId3">
            <a:extLst>
              <a:ext uri="{28A0092B-C50C-407E-A947-70E740481C1C}">
                <a14:useLocalDpi xmlns:a14="http://schemas.microsoft.com/office/drawing/2010/main"/>
              </a:ext>
            </a:extLst>
          </a:blip>
          <a:srcRect/>
          <a:stretch>
            <a:fillRect/>
          </a:stretch>
        </p:blipFill>
        <p:spPr bwMode="auto">
          <a:xfrm>
            <a:off x="9080236" y="3824014"/>
            <a:ext cx="3111206" cy="2070366"/>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Women-Only Cohort Launching at Per Scholas in 2022 - Per Scholas">
            <a:extLst>
              <a:ext uri="{FF2B5EF4-FFF2-40B4-BE49-F238E27FC236}">
                <a16:creationId xmlns:a16="http://schemas.microsoft.com/office/drawing/2014/main" id="{69E8E1B4-272A-8B61-0141-A33742512C9A}"/>
              </a:ext>
            </a:extLst>
          </p:cNvPr>
          <p:cNvPicPr>
            <a:picLocks noChangeAspect="1" noChangeArrowheads="1"/>
          </p:cNvPicPr>
          <p:nvPr userDrawn="1"/>
        </p:nvPicPr>
        <p:blipFill rotWithShape="1">
          <a:blip r:embed="rId4" cstate="email">
            <a:extLst>
              <a:ext uri="{28A0092B-C50C-407E-A947-70E740481C1C}">
                <a14:useLocalDpi xmlns:a14="http://schemas.microsoft.com/office/drawing/2010/main"/>
              </a:ext>
            </a:extLst>
          </a:blip>
          <a:srcRect/>
          <a:stretch/>
        </p:blipFill>
        <p:spPr bwMode="auto">
          <a:xfrm>
            <a:off x="6632183" y="3824014"/>
            <a:ext cx="2875338" cy="207036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2" descr="Per Scholas Gives Applicable Training To Land Job In Tech Sector">
            <a:extLst>
              <a:ext uri="{FF2B5EF4-FFF2-40B4-BE49-F238E27FC236}">
                <a16:creationId xmlns:a16="http://schemas.microsoft.com/office/drawing/2014/main" id="{F52CB294-7921-2925-4ED7-04491EBB7DD2}"/>
              </a:ext>
            </a:extLst>
          </p:cNvPr>
          <p:cNvPicPr>
            <a:picLocks noChangeAspect="1" noChangeArrowheads="1"/>
          </p:cNvPicPr>
          <p:nvPr userDrawn="1"/>
        </p:nvPicPr>
        <p:blipFill rotWithShape="1">
          <a:blip r:embed="rId5" cstate="email">
            <a:extLst>
              <a:ext uri="{28A0092B-C50C-407E-A947-70E740481C1C}">
                <a14:useLocalDpi xmlns:a14="http://schemas.microsoft.com/office/drawing/2010/main"/>
              </a:ext>
            </a:extLst>
          </a:blip>
          <a:srcRect/>
          <a:stretch/>
        </p:blipFill>
        <p:spPr bwMode="auto">
          <a:xfrm>
            <a:off x="4381080" y="3826061"/>
            <a:ext cx="2280976" cy="2067266"/>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0" descr="Per Scholas announced as Awardee of $10 million Economic Opportunity  Challenge | leverforchange.org">
            <a:extLst>
              <a:ext uri="{FF2B5EF4-FFF2-40B4-BE49-F238E27FC236}">
                <a16:creationId xmlns:a16="http://schemas.microsoft.com/office/drawing/2014/main" id="{BC0D63D5-177B-EE28-D9F0-8C748ED2893F}"/>
              </a:ext>
            </a:extLst>
          </p:cNvPr>
          <p:cNvPicPr>
            <a:picLocks noChangeAspect="1" noChangeArrowheads="1"/>
          </p:cNvPicPr>
          <p:nvPr userDrawn="1"/>
        </p:nvPicPr>
        <p:blipFill rotWithShape="1">
          <a:blip r:embed="rId6" cstate="email">
            <a:extLst>
              <a:ext uri="{28A0092B-C50C-407E-A947-70E740481C1C}">
                <a14:useLocalDpi xmlns:a14="http://schemas.microsoft.com/office/drawing/2010/main"/>
              </a:ext>
            </a:extLst>
          </a:blip>
          <a:srcRect/>
          <a:stretch/>
        </p:blipFill>
        <p:spPr bwMode="auto">
          <a:xfrm>
            <a:off x="0" y="3836719"/>
            <a:ext cx="2280976" cy="2102884"/>
          </a:xfrm>
          <a:prstGeom prst="rect">
            <a:avLst/>
          </a:prstGeom>
          <a:noFill/>
          <a:extLst>
            <a:ext uri="{909E8E84-426E-40DD-AFC4-6F175D3DCCD1}">
              <a14:hiddenFill xmlns:a14="http://schemas.microsoft.com/office/drawing/2010/main">
                <a:solidFill>
                  <a:srgbClr val="FFFFFF"/>
                </a:solidFill>
              </a14:hiddenFill>
            </a:ext>
          </a:extLst>
        </p:spPr>
      </p:pic>
      <p:sp>
        <p:nvSpPr>
          <p:cNvPr id="19" name="Isosceles Triangle 29">
            <a:extLst>
              <a:ext uri="{FF2B5EF4-FFF2-40B4-BE49-F238E27FC236}">
                <a16:creationId xmlns:a16="http://schemas.microsoft.com/office/drawing/2014/main" id="{4698561D-CEF2-60CF-5B05-01FCAF12CCCE}"/>
              </a:ext>
            </a:extLst>
          </p:cNvPr>
          <p:cNvSpPr/>
          <p:nvPr userDrawn="1"/>
        </p:nvSpPr>
        <p:spPr>
          <a:xfrm rot="16048920" flipV="1">
            <a:off x="3907416" y="2793972"/>
            <a:ext cx="304501" cy="6706016"/>
          </a:xfrm>
          <a:prstGeom prst="triangle">
            <a:avLst>
              <a:gd name="adj" fmla="val 75469"/>
            </a:avLst>
          </a:prstGeom>
          <a:solidFill>
            <a:srgbClr val="E4AC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30">
            <a:extLst>
              <a:ext uri="{FF2B5EF4-FFF2-40B4-BE49-F238E27FC236}">
                <a16:creationId xmlns:a16="http://schemas.microsoft.com/office/drawing/2014/main" id="{6B32E4C0-6EAB-249A-FCA6-1998429D31C6}"/>
              </a:ext>
            </a:extLst>
          </p:cNvPr>
          <p:cNvSpPr/>
          <p:nvPr userDrawn="1"/>
        </p:nvSpPr>
        <p:spPr>
          <a:xfrm rot="16200000" flipV="1">
            <a:off x="5958051" y="-72701"/>
            <a:ext cx="280976" cy="12197081"/>
          </a:xfrm>
          <a:prstGeom prst="triangle">
            <a:avLst>
              <a:gd name="adj" fmla="val 100000"/>
            </a:avLst>
          </a:prstGeom>
          <a:solidFill>
            <a:srgbClr val="137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31">
            <a:extLst>
              <a:ext uri="{FF2B5EF4-FFF2-40B4-BE49-F238E27FC236}">
                <a16:creationId xmlns:a16="http://schemas.microsoft.com/office/drawing/2014/main" id="{43C3A865-811B-B799-DEFC-F968A40E676E}"/>
              </a:ext>
            </a:extLst>
          </p:cNvPr>
          <p:cNvSpPr/>
          <p:nvPr userDrawn="1"/>
        </p:nvSpPr>
        <p:spPr>
          <a:xfrm rot="16200000" flipH="1">
            <a:off x="5968111" y="-2374286"/>
            <a:ext cx="247958" cy="12192004"/>
          </a:xfrm>
          <a:prstGeom prst="triangle">
            <a:avLst>
              <a:gd name="adj" fmla="val 100000"/>
            </a:avLst>
          </a:prstGeom>
          <a:solidFill>
            <a:srgbClr val="D754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411397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432F153-9568-4AA3-BB44-FB7751DCE3F3}"/>
              </a:ext>
            </a:extLst>
          </p:cNvPr>
          <p:cNvSpPr>
            <a:spLocks noGrp="1"/>
          </p:cNvSpPr>
          <p:nvPr>
            <p:ph type="dt" sz="half" idx="10"/>
          </p:nvPr>
        </p:nvSpPr>
        <p:spPr/>
        <p:txBody>
          <a:bodyPr/>
          <a:lstStyle/>
          <a:p>
            <a:fld id="{D087CFD6-D3A0-EB41-9877-0C1499BE0BFA}" type="datetime2">
              <a:rPr lang="en-US" smtClean="0"/>
              <a:t>Tuesday, March 11, 2025</a:t>
            </a:fld>
            <a:endParaRPr lang="en-US"/>
          </a:p>
        </p:txBody>
      </p:sp>
      <p:sp>
        <p:nvSpPr>
          <p:cNvPr id="4" name="Footer Placeholder 3">
            <a:extLst>
              <a:ext uri="{FF2B5EF4-FFF2-40B4-BE49-F238E27FC236}">
                <a16:creationId xmlns:a16="http://schemas.microsoft.com/office/drawing/2014/main" id="{DCE8916B-EE43-EAD2-B08D-298D8F5CB1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82E223D-F8FA-C79D-E4D0-17A0783D7645}"/>
              </a:ext>
            </a:extLst>
          </p:cNvPr>
          <p:cNvSpPr>
            <a:spLocks noGrp="1"/>
          </p:cNvSpPr>
          <p:nvPr>
            <p:ph type="sldNum" sz="quarter" idx="12"/>
          </p:nvPr>
        </p:nvSpPr>
        <p:spPr/>
        <p:txBody>
          <a:bodyPr/>
          <a:lstStyle/>
          <a:p>
            <a:fld id="{17BDB469-BB8C-0C46-9793-E3A9CAC591C6}" type="slidenum">
              <a:rPr lang="en-US" smtClean="0"/>
              <a:pPr/>
              <a:t>‹#›</a:t>
            </a:fld>
            <a:endParaRPr lang="en-US"/>
          </a:p>
        </p:txBody>
      </p:sp>
      <p:pic>
        <p:nvPicPr>
          <p:cNvPr id="6" name="Picture 5" descr="Logo, icon&#10;&#10;Description automatically generated">
            <a:extLst>
              <a:ext uri="{FF2B5EF4-FFF2-40B4-BE49-F238E27FC236}">
                <a16:creationId xmlns:a16="http://schemas.microsoft.com/office/drawing/2014/main" id="{4F24A0AC-B758-CC67-0DF6-123771DC4A7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354270" y="1389024"/>
            <a:ext cx="3004785" cy="3004785"/>
          </a:xfrm>
          <a:prstGeom prst="rect">
            <a:avLst/>
          </a:prstGeom>
        </p:spPr>
      </p:pic>
      <p:sp>
        <p:nvSpPr>
          <p:cNvPr id="9" name="Title 1">
            <a:extLst>
              <a:ext uri="{FF2B5EF4-FFF2-40B4-BE49-F238E27FC236}">
                <a16:creationId xmlns:a16="http://schemas.microsoft.com/office/drawing/2014/main" id="{46D98355-886D-D477-D61B-41CE8515D789}"/>
              </a:ext>
            </a:extLst>
          </p:cNvPr>
          <p:cNvSpPr txBox="1">
            <a:spLocks/>
          </p:cNvSpPr>
          <p:nvPr userDrawn="1"/>
        </p:nvSpPr>
        <p:spPr>
          <a:xfrm>
            <a:off x="9468881" y="2011080"/>
            <a:ext cx="2723119" cy="2570253"/>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800" dirty="0">
                <a:solidFill>
                  <a:srgbClr val="D75431"/>
                </a:solidFill>
                <a:effectLst>
                  <a:outerShdw blurRad="38100" dist="38100" dir="2700000" algn="tl">
                    <a:srgbClr val="000000">
                      <a:alpha val="43137"/>
                    </a:srgbClr>
                  </a:outerShdw>
                </a:effectLst>
                <a:latin typeface="Aleo" panose="00000500000000000000" pitchFamily="2" charset="0"/>
              </a:rPr>
              <a:t>Find</a:t>
            </a:r>
            <a:r>
              <a:rPr lang="en-US" sz="4800" dirty="0">
                <a:solidFill>
                  <a:schemeClr val="bg1">
                    <a:lumMod val="85000"/>
                  </a:schemeClr>
                </a:solidFill>
                <a:effectLst>
                  <a:outerShdw blurRad="38100" dist="38100" dir="2700000" algn="tl">
                    <a:srgbClr val="000000">
                      <a:alpha val="43137"/>
                    </a:srgbClr>
                  </a:outerShdw>
                </a:effectLst>
                <a:latin typeface="Aleo" panose="00000500000000000000" pitchFamily="2" charset="0"/>
              </a:rPr>
              <a:t> </a:t>
            </a:r>
          </a:p>
          <a:p>
            <a:pPr algn="l"/>
            <a:r>
              <a:rPr lang="en-US" sz="4800" dirty="0">
                <a:solidFill>
                  <a:schemeClr val="accent1"/>
                </a:solidFill>
                <a:effectLst>
                  <a:outerShdw blurRad="38100" dist="38100" dir="2700000" algn="tl">
                    <a:srgbClr val="000000">
                      <a:alpha val="43137"/>
                    </a:srgbClr>
                  </a:outerShdw>
                </a:effectLst>
                <a:latin typeface="Aleo" panose="00000500000000000000" pitchFamily="2" charset="0"/>
              </a:rPr>
              <a:t>Prepare</a:t>
            </a:r>
            <a:r>
              <a:rPr lang="en-US" sz="4800" dirty="0">
                <a:solidFill>
                  <a:schemeClr val="bg1">
                    <a:lumMod val="85000"/>
                  </a:schemeClr>
                </a:solidFill>
                <a:effectLst>
                  <a:outerShdw blurRad="38100" dist="38100" dir="2700000" algn="tl">
                    <a:srgbClr val="000000">
                      <a:alpha val="43137"/>
                    </a:srgbClr>
                  </a:outerShdw>
                </a:effectLst>
                <a:latin typeface="Aleo" panose="00000500000000000000" pitchFamily="2" charset="0"/>
              </a:rPr>
              <a:t> </a:t>
            </a:r>
            <a:r>
              <a:rPr lang="en-US" sz="4800" dirty="0">
                <a:solidFill>
                  <a:schemeClr val="accent4"/>
                </a:solidFill>
                <a:effectLst>
                  <a:outerShdw blurRad="38100" dist="38100" dir="2700000" algn="tl">
                    <a:srgbClr val="000000">
                      <a:alpha val="43137"/>
                    </a:srgbClr>
                  </a:outerShdw>
                </a:effectLst>
                <a:latin typeface="Aleo" panose="00000500000000000000" pitchFamily="2" charset="0"/>
              </a:rPr>
              <a:t>Retain</a:t>
            </a:r>
          </a:p>
        </p:txBody>
      </p:sp>
      <p:sp>
        <p:nvSpPr>
          <p:cNvPr id="10" name="Text Placeholder 9">
            <a:extLst>
              <a:ext uri="{FF2B5EF4-FFF2-40B4-BE49-F238E27FC236}">
                <a16:creationId xmlns:a16="http://schemas.microsoft.com/office/drawing/2014/main" id="{08FAB211-0F8B-220F-820C-30D878DDB409}"/>
              </a:ext>
            </a:extLst>
          </p:cNvPr>
          <p:cNvSpPr>
            <a:spLocks noGrp="1"/>
          </p:cNvSpPr>
          <p:nvPr>
            <p:ph type="body" sz="quarter" idx="13" hasCustomPrompt="1"/>
          </p:nvPr>
        </p:nvSpPr>
        <p:spPr>
          <a:xfrm>
            <a:off x="654800" y="602375"/>
            <a:ext cx="5096211" cy="914400"/>
          </a:xfrm>
        </p:spPr>
        <p:txBody>
          <a:bodyPr/>
          <a:lstStyle>
            <a:lvl1pPr marL="0" indent="0" algn="r">
              <a:buNone/>
              <a:defRPr sz="3600">
                <a:latin typeface="Aleo" pitchFamily="2" charset="77"/>
              </a:defRPr>
            </a:lvl1pPr>
            <a:lvl2pPr algn="r">
              <a:defRPr/>
            </a:lvl2pPr>
            <a:lvl3pPr algn="r">
              <a:defRPr/>
            </a:lvl3pPr>
            <a:lvl4pPr algn="r">
              <a:defRPr sz="1400"/>
            </a:lvl4pPr>
            <a:lvl5pPr algn="r">
              <a:defRPr sz="1400"/>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a:extLst>
              <a:ext uri="{FF2B5EF4-FFF2-40B4-BE49-F238E27FC236}">
                <a16:creationId xmlns:a16="http://schemas.microsoft.com/office/drawing/2014/main" id="{5FF2BBB5-286B-45EC-F1DD-FCB5332D447E}"/>
              </a:ext>
            </a:extLst>
          </p:cNvPr>
          <p:cNvSpPr>
            <a:spLocks noGrp="1"/>
          </p:cNvSpPr>
          <p:nvPr>
            <p:ph type="body" sz="quarter" idx="14"/>
          </p:nvPr>
        </p:nvSpPr>
        <p:spPr>
          <a:xfrm>
            <a:off x="654298" y="1516775"/>
            <a:ext cx="5096713" cy="3625850"/>
          </a:xfrm>
        </p:spPr>
        <p:txBody>
          <a:bodyPr/>
          <a:lstStyle>
            <a:lvl1pPr marL="0" indent="0" algn="r">
              <a:lnSpc>
                <a:spcPct val="150000"/>
              </a:lnSpc>
              <a:buNone/>
              <a:defRPr sz="2400">
                <a:solidFill>
                  <a:schemeClr val="tx2"/>
                </a:solidFill>
              </a:defRPr>
            </a:lvl1pPr>
            <a:lvl2pPr algn="r">
              <a:defRPr sz="2000">
                <a:solidFill>
                  <a:schemeClr val="tx2"/>
                </a:solidFill>
              </a:defRPr>
            </a:lvl2pPr>
            <a:lvl3pPr algn="r">
              <a:defRPr sz="1800">
                <a:solidFill>
                  <a:schemeClr val="tx2"/>
                </a:solidFill>
              </a:defRPr>
            </a:lvl3pPr>
            <a:lvl4pPr algn="r">
              <a:defRPr sz="1400">
                <a:solidFill>
                  <a:schemeClr val="tx2"/>
                </a:solidFill>
              </a:defRPr>
            </a:lvl4pPr>
            <a:lvl5pPr algn="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451038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3_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432F153-9568-4AA3-BB44-FB7751DCE3F3}"/>
              </a:ext>
            </a:extLst>
          </p:cNvPr>
          <p:cNvSpPr>
            <a:spLocks noGrp="1"/>
          </p:cNvSpPr>
          <p:nvPr>
            <p:ph type="dt" sz="half" idx="10"/>
          </p:nvPr>
        </p:nvSpPr>
        <p:spPr/>
        <p:txBody>
          <a:bodyPr/>
          <a:lstStyle/>
          <a:p>
            <a:fld id="{D087CFD6-D3A0-EB41-9877-0C1499BE0BFA}" type="datetime2">
              <a:rPr lang="en-US" smtClean="0"/>
              <a:t>Tuesday, March 11, 2025</a:t>
            </a:fld>
            <a:endParaRPr lang="en-US"/>
          </a:p>
        </p:txBody>
      </p:sp>
      <p:sp>
        <p:nvSpPr>
          <p:cNvPr id="4" name="Footer Placeholder 3">
            <a:extLst>
              <a:ext uri="{FF2B5EF4-FFF2-40B4-BE49-F238E27FC236}">
                <a16:creationId xmlns:a16="http://schemas.microsoft.com/office/drawing/2014/main" id="{DCE8916B-EE43-EAD2-B08D-298D8F5CB1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82E223D-F8FA-C79D-E4D0-17A0783D7645}"/>
              </a:ext>
            </a:extLst>
          </p:cNvPr>
          <p:cNvSpPr>
            <a:spLocks noGrp="1"/>
          </p:cNvSpPr>
          <p:nvPr>
            <p:ph type="sldNum" sz="quarter" idx="12"/>
          </p:nvPr>
        </p:nvSpPr>
        <p:spPr/>
        <p:txBody>
          <a:bodyPr/>
          <a:lstStyle/>
          <a:p>
            <a:fld id="{17BDB469-BB8C-0C46-9793-E3A9CAC591C6}" type="slidenum">
              <a:rPr lang="en-US" smtClean="0"/>
              <a:pPr/>
              <a:t>‹#›</a:t>
            </a:fld>
            <a:endParaRPr lang="en-US"/>
          </a:p>
        </p:txBody>
      </p:sp>
      <p:pic>
        <p:nvPicPr>
          <p:cNvPr id="2" name="Picture 1" descr="Logo, icon&#10;&#10;Description automatically generated">
            <a:extLst>
              <a:ext uri="{FF2B5EF4-FFF2-40B4-BE49-F238E27FC236}">
                <a16:creationId xmlns:a16="http://schemas.microsoft.com/office/drawing/2014/main" id="{315D4FB6-2645-DD2D-5774-2E4BAE0E1AB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555763" y="5368678"/>
            <a:ext cx="1051210" cy="1051210"/>
          </a:xfrm>
          <a:prstGeom prst="rect">
            <a:avLst/>
          </a:prstGeom>
        </p:spPr>
      </p:pic>
      <p:sp>
        <p:nvSpPr>
          <p:cNvPr id="10" name="Title 1">
            <a:extLst>
              <a:ext uri="{FF2B5EF4-FFF2-40B4-BE49-F238E27FC236}">
                <a16:creationId xmlns:a16="http://schemas.microsoft.com/office/drawing/2014/main" id="{50107A1D-CDAA-F972-0577-B6CB2B1E27CD}"/>
              </a:ext>
            </a:extLst>
          </p:cNvPr>
          <p:cNvSpPr txBox="1">
            <a:spLocks/>
          </p:cNvSpPr>
          <p:nvPr userDrawn="1"/>
        </p:nvSpPr>
        <p:spPr>
          <a:xfrm>
            <a:off x="9468881" y="2011080"/>
            <a:ext cx="2723119" cy="2570253"/>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800" dirty="0">
                <a:solidFill>
                  <a:schemeClr val="accent2"/>
                </a:solidFill>
                <a:effectLst>
                  <a:outerShdw blurRad="38100" dist="38100" dir="2700000" algn="tl">
                    <a:srgbClr val="000000">
                      <a:alpha val="43137"/>
                    </a:srgbClr>
                  </a:outerShdw>
                </a:effectLst>
                <a:latin typeface="Aleo" panose="00000500000000000000" pitchFamily="2" charset="0"/>
              </a:rPr>
              <a:t>Find</a:t>
            </a:r>
            <a:r>
              <a:rPr lang="en-US" sz="4800" dirty="0">
                <a:solidFill>
                  <a:schemeClr val="bg1">
                    <a:lumMod val="85000"/>
                  </a:schemeClr>
                </a:solidFill>
                <a:effectLst>
                  <a:outerShdw blurRad="38100" dist="38100" dir="2700000" algn="tl">
                    <a:srgbClr val="000000">
                      <a:alpha val="43137"/>
                    </a:srgbClr>
                  </a:outerShdw>
                </a:effectLst>
                <a:latin typeface="Aleo" panose="00000500000000000000" pitchFamily="2" charset="0"/>
              </a:rPr>
              <a:t> </a:t>
            </a:r>
          </a:p>
          <a:p>
            <a:pPr algn="l"/>
            <a:r>
              <a:rPr lang="en-US" sz="4800" dirty="0">
                <a:solidFill>
                  <a:schemeClr val="bg2">
                    <a:lumMod val="90000"/>
                  </a:schemeClr>
                </a:solidFill>
                <a:latin typeface="Aleo" panose="00000500000000000000" pitchFamily="2" charset="0"/>
              </a:rPr>
              <a:t>Prepare Retain</a:t>
            </a:r>
          </a:p>
        </p:txBody>
      </p:sp>
      <p:cxnSp>
        <p:nvCxnSpPr>
          <p:cNvPr id="11" name="Straight Connector 10">
            <a:extLst>
              <a:ext uri="{FF2B5EF4-FFF2-40B4-BE49-F238E27FC236}">
                <a16:creationId xmlns:a16="http://schemas.microsoft.com/office/drawing/2014/main" id="{62F3D35D-EB6D-16AC-7A65-2B215DF3C60B}"/>
              </a:ext>
            </a:extLst>
          </p:cNvPr>
          <p:cNvCxnSpPr/>
          <p:nvPr userDrawn="1"/>
        </p:nvCxnSpPr>
        <p:spPr>
          <a:xfrm>
            <a:off x="9133243" y="718335"/>
            <a:ext cx="0" cy="5701553"/>
          </a:xfrm>
          <a:prstGeom prst="line">
            <a:avLst/>
          </a:prstGeom>
        </p:spPr>
        <p:style>
          <a:lnRef idx="1">
            <a:schemeClr val="dk1"/>
          </a:lnRef>
          <a:fillRef idx="0">
            <a:schemeClr val="dk1"/>
          </a:fillRef>
          <a:effectRef idx="0">
            <a:schemeClr val="dk1"/>
          </a:effectRef>
          <a:fontRef idx="minor">
            <a:schemeClr val="tx1"/>
          </a:fontRef>
        </p:style>
      </p:cxnSp>
      <p:sp>
        <p:nvSpPr>
          <p:cNvPr id="13" name="Content Placeholder 2">
            <a:extLst>
              <a:ext uri="{FF2B5EF4-FFF2-40B4-BE49-F238E27FC236}">
                <a16:creationId xmlns:a16="http://schemas.microsoft.com/office/drawing/2014/main" id="{B06A610C-FDEF-7392-920C-F9E68B093146}"/>
              </a:ext>
            </a:extLst>
          </p:cNvPr>
          <p:cNvSpPr>
            <a:spLocks noGrp="1"/>
          </p:cNvSpPr>
          <p:nvPr>
            <p:ph idx="1"/>
          </p:nvPr>
        </p:nvSpPr>
        <p:spPr>
          <a:xfrm>
            <a:off x="838200" y="718335"/>
            <a:ext cx="8027106" cy="5457178"/>
          </a:xfrm>
        </p:spPr>
        <p:txBody>
          <a:bodyPr/>
          <a:lstStyle>
            <a:lvl1pPr algn="ctr">
              <a:defRPr>
                <a:latin typeface="Aleo" pitchFamily="2" charset="77"/>
              </a:defRPr>
            </a:lvl1pPr>
            <a:lvl2pPr algn="ctr">
              <a:lnSpc>
                <a:spcPct val="150000"/>
              </a:lnSpc>
              <a:defRPr>
                <a:solidFill>
                  <a:schemeClr val="accent2"/>
                </a:solidFill>
                <a:effectLst>
                  <a:outerShdw blurRad="38100" dist="38100" dir="2700000" algn="ctr" rotWithShape="0">
                    <a:srgbClr val="000000">
                      <a:alpha val="43000"/>
                    </a:srgbClr>
                  </a:outerShdw>
                </a:effectLst>
              </a:defRPr>
            </a:lvl2pPr>
            <a:lvl3pPr algn="ctr">
              <a:defRPr>
                <a:solidFill>
                  <a:schemeClr val="accent2"/>
                </a:solidFill>
                <a:effectLst>
                  <a:outerShdw blurRad="38100" dist="38100" dir="2700000" algn="ctr" rotWithShape="0">
                    <a:srgbClr val="000000">
                      <a:alpha val="43000"/>
                    </a:srgbClr>
                  </a:outerShdw>
                </a:effectLst>
              </a:defRPr>
            </a:lvl3pPr>
            <a:lvl4pPr algn="ctr">
              <a:defRPr>
                <a:solidFill>
                  <a:schemeClr val="bg2">
                    <a:lumMod val="50000"/>
                  </a:schemeClr>
                </a:solidFill>
                <a:effectLst>
                  <a:outerShdw sx="1000" sy="1000" algn="ctr" rotWithShape="0">
                    <a:srgbClr val="000000"/>
                  </a:outerShdw>
                </a:effectLst>
              </a:defRPr>
            </a:lvl4pPr>
            <a:lvl5pPr algn="ctr">
              <a:defRPr>
                <a:solidFill>
                  <a:schemeClr val="bg2">
                    <a:lumMod val="50000"/>
                  </a:schemeClr>
                </a:solidFill>
                <a:effectLst>
                  <a:outerShdw sx="1000" sy="1000" algn="ctr" rotWithShape="0">
                    <a:srgbClr val="000000"/>
                  </a:outerShdw>
                </a:effect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91683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_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432F153-9568-4AA3-BB44-FB7751DCE3F3}"/>
              </a:ext>
            </a:extLst>
          </p:cNvPr>
          <p:cNvSpPr>
            <a:spLocks noGrp="1"/>
          </p:cNvSpPr>
          <p:nvPr>
            <p:ph type="dt" sz="half" idx="10"/>
          </p:nvPr>
        </p:nvSpPr>
        <p:spPr/>
        <p:txBody>
          <a:bodyPr/>
          <a:lstStyle/>
          <a:p>
            <a:fld id="{D087CFD6-D3A0-EB41-9877-0C1499BE0BFA}" type="datetime2">
              <a:rPr lang="en-US" smtClean="0"/>
              <a:t>Tuesday, March 11, 2025</a:t>
            </a:fld>
            <a:endParaRPr lang="en-US"/>
          </a:p>
        </p:txBody>
      </p:sp>
      <p:sp>
        <p:nvSpPr>
          <p:cNvPr id="4" name="Footer Placeholder 3">
            <a:extLst>
              <a:ext uri="{FF2B5EF4-FFF2-40B4-BE49-F238E27FC236}">
                <a16:creationId xmlns:a16="http://schemas.microsoft.com/office/drawing/2014/main" id="{DCE8916B-EE43-EAD2-B08D-298D8F5CB1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82E223D-F8FA-C79D-E4D0-17A0783D7645}"/>
              </a:ext>
            </a:extLst>
          </p:cNvPr>
          <p:cNvSpPr>
            <a:spLocks noGrp="1"/>
          </p:cNvSpPr>
          <p:nvPr>
            <p:ph type="sldNum" sz="quarter" idx="12"/>
          </p:nvPr>
        </p:nvSpPr>
        <p:spPr/>
        <p:txBody>
          <a:bodyPr/>
          <a:lstStyle/>
          <a:p>
            <a:fld id="{17BDB469-BB8C-0C46-9793-E3A9CAC591C6}" type="slidenum">
              <a:rPr lang="en-US" smtClean="0"/>
              <a:pPr/>
              <a:t>‹#›</a:t>
            </a:fld>
            <a:endParaRPr lang="en-US"/>
          </a:p>
        </p:txBody>
      </p:sp>
      <p:cxnSp>
        <p:nvCxnSpPr>
          <p:cNvPr id="7" name="Straight Connector 6">
            <a:extLst>
              <a:ext uri="{FF2B5EF4-FFF2-40B4-BE49-F238E27FC236}">
                <a16:creationId xmlns:a16="http://schemas.microsoft.com/office/drawing/2014/main" id="{5F11FBE1-E646-F78E-652E-0BFFDD460288}"/>
              </a:ext>
            </a:extLst>
          </p:cNvPr>
          <p:cNvCxnSpPr/>
          <p:nvPr userDrawn="1"/>
        </p:nvCxnSpPr>
        <p:spPr>
          <a:xfrm>
            <a:off x="9133243" y="718335"/>
            <a:ext cx="0" cy="5701553"/>
          </a:xfrm>
          <a:prstGeom prst="line">
            <a:avLst/>
          </a:prstGeom>
        </p:spPr>
        <p:style>
          <a:lnRef idx="1">
            <a:schemeClr val="dk1"/>
          </a:lnRef>
          <a:fillRef idx="0">
            <a:schemeClr val="dk1"/>
          </a:fillRef>
          <a:effectRef idx="0">
            <a:schemeClr val="dk1"/>
          </a:effectRef>
          <a:fontRef idx="minor">
            <a:schemeClr val="tx1"/>
          </a:fontRef>
        </p:style>
      </p:cxnSp>
      <p:pic>
        <p:nvPicPr>
          <p:cNvPr id="8" name="Picture 7" descr="Logo, icon&#10;&#10;Description automatically generated">
            <a:extLst>
              <a:ext uri="{FF2B5EF4-FFF2-40B4-BE49-F238E27FC236}">
                <a16:creationId xmlns:a16="http://schemas.microsoft.com/office/drawing/2014/main" id="{65DEC926-F12E-183E-C395-AC2B181B427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555763" y="5368678"/>
            <a:ext cx="1051210" cy="1051210"/>
          </a:xfrm>
          <a:prstGeom prst="rect">
            <a:avLst/>
          </a:prstGeom>
        </p:spPr>
      </p:pic>
      <p:sp>
        <p:nvSpPr>
          <p:cNvPr id="9" name="Title 1">
            <a:extLst>
              <a:ext uri="{FF2B5EF4-FFF2-40B4-BE49-F238E27FC236}">
                <a16:creationId xmlns:a16="http://schemas.microsoft.com/office/drawing/2014/main" id="{9CD791C8-089D-A1F0-8508-E50DA42BE536}"/>
              </a:ext>
            </a:extLst>
          </p:cNvPr>
          <p:cNvSpPr txBox="1">
            <a:spLocks/>
          </p:cNvSpPr>
          <p:nvPr userDrawn="1"/>
        </p:nvSpPr>
        <p:spPr>
          <a:xfrm>
            <a:off x="9468881" y="2011080"/>
            <a:ext cx="2723119" cy="2570253"/>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800" dirty="0">
                <a:solidFill>
                  <a:schemeClr val="bg2">
                    <a:lumMod val="90000"/>
                  </a:schemeClr>
                </a:solidFill>
                <a:latin typeface="Aleo" panose="00000500000000000000" pitchFamily="2" charset="0"/>
              </a:rPr>
              <a:t>Find</a:t>
            </a:r>
            <a:r>
              <a:rPr lang="en-US" sz="4800" dirty="0">
                <a:solidFill>
                  <a:schemeClr val="bg1">
                    <a:lumMod val="85000"/>
                  </a:schemeClr>
                </a:solidFill>
                <a:effectLst>
                  <a:outerShdw blurRad="38100" dist="38100" dir="2700000" algn="tl">
                    <a:srgbClr val="000000">
                      <a:alpha val="43137"/>
                    </a:srgbClr>
                  </a:outerShdw>
                </a:effectLst>
                <a:latin typeface="Aleo" panose="00000500000000000000" pitchFamily="2" charset="0"/>
              </a:rPr>
              <a:t> </a:t>
            </a:r>
          </a:p>
          <a:p>
            <a:pPr algn="l"/>
            <a:r>
              <a:rPr lang="en-US" sz="4800" dirty="0">
                <a:solidFill>
                  <a:srgbClr val="137BBF"/>
                </a:solidFill>
                <a:effectLst>
                  <a:outerShdw blurRad="38100" dist="38100" dir="2700000" algn="tl">
                    <a:srgbClr val="000000">
                      <a:alpha val="43137"/>
                    </a:srgbClr>
                  </a:outerShdw>
                </a:effectLst>
                <a:latin typeface="Aleo" panose="00000500000000000000" pitchFamily="2" charset="0"/>
              </a:rPr>
              <a:t>Prepare</a:t>
            </a:r>
            <a:r>
              <a:rPr lang="en-US" sz="4800" dirty="0">
                <a:solidFill>
                  <a:schemeClr val="bg1">
                    <a:lumMod val="85000"/>
                  </a:schemeClr>
                </a:solidFill>
                <a:effectLst>
                  <a:outerShdw blurRad="38100" dist="38100" dir="2700000" algn="tl">
                    <a:srgbClr val="000000">
                      <a:alpha val="43137"/>
                    </a:srgbClr>
                  </a:outerShdw>
                </a:effectLst>
                <a:latin typeface="Aleo" panose="00000500000000000000" pitchFamily="2" charset="0"/>
              </a:rPr>
              <a:t> </a:t>
            </a:r>
            <a:r>
              <a:rPr lang="en-US" sz="4800" dirty="0">
                <a:solidFill>
                  <a:schemeClr val="bg2">
                    <a:lumMod val="90000"/>
                  </a:schemeClr>
                </a:solidFill>
                <a:latin typeface="Aleo" panose="00000500000000000000" pitchFamily="2" charset="0"/>
              </a:rPr>
              <a:t>Retain</a:t>
            </a:r>
          </a:p>
        </p:txBody>
      </p:sp>
      <p:sp>
        <p:nvSpPr>
          <p:cNvPr id="13" name="Content Placeholder 2">
            <a:extLst>
              <a:ext uri="{FF2B5EF4-FFF2-40B4-BE49-F238E27FC236}">
                <a16:creationId xmlns:a16="http://schemas.microsoft.com/office/drawing/2014/main" id="{17BF3F4A-C47D-A2E2-6423-D0826C3196CA}"/>
              </a:ext>
            </a:extLst>
          </p:cNvPr>
          <p:cNvSpPr>
            <a:spLocks noGrp="1"/>
          </p:cNvSpPr>
          <p:nvPr>
            <p:ph idx="1"/>
          </p:nvPr>
        </p:nvSpPr>
        <p:spPr>
          <a:xfrm>
            <a:off x="838200" y="718335"/>
            <a:ext cx="8027106" cy="5457178"/>
          </a:xfrm>
        </p:spPr>
        <p:txBody>
          <a:bodyPr/>
          <a:lstStyle>
            <a:lvl1pPr algn="ctr">
              <a:defRPr>
                <a:latin typeface="Aleo" pitchFamily="2" charset="77"/>
              </a:defRPr>
            </a:lvl1pPr>
            <a:lvl2pPr algn="ctr">
              <a:lnSpc>
                <a:spcPct val="150000"/>
              </a:lnSpc>
              <a:defRPr>
                <a:solidFill>
                  <a:schemeClr val="accent1"/>
                </a:solidFill>
                <a:effectLst>
                  <a:outerShdw blurRad="38100" dist="38100" dir="2700000" algn="ctr" rotWithShape="0">
                    <a:srgbClr val="000000">
                      <a:alpha val="43000"/>
                    </a:srgbClr>
                  </a:outerShdw>
                </a:effectLst>
              </a:defRPr>
            </a:lvl2pPr>
            <a:lvl3pPr algn="ctr">
              <a:defRPr>
                <a:solidFill>
                  <a:schemeClr val="accent1"/>
                </a:solidFill>
                <a:effectLst>
                  <a:outerShdw blurRad="38100" dist="38100" dir="2700000" algn="ctr" rotWithShape="0">
                    <a:srgbClr val="000000">
                      <a:alpha val="43000"/>
                    </a:srgbClr>
                  </a:outerShdw>
                </a:effectLst>
              </a:defRPr>
            </a:lvl3pPr>
            <a:lvl4pPr algn="ctr">
              <a:defRPr>
                <a:solidFill>
                  <a:schemeClr val="bg2">
                    <a:lumMod val="50000"/>
                  </a:schemeClr>
                </a:solidFill>
                <a:effectLst>
                  <a:outerShdw sx="1000" sy="1000" algn="ctr" rotWithShape="0">
                    <a:srgbClr val="000000"/>
                  </a:outerShdw>
                </a:effectLst>
              </a:defRPr>
            </a:lvl4pPr>
            <a:lvl5pPr algn="ctr">
              <a:defRPr>
                <a:solidFill>
                  <a:schemeClr val="bg2">
                    <a:lumMod val="50000"/>
                  </a:schemeClr>
                </a:solidFill>
                <a:effectLst>
                  <a:outerShdw sx="1000" sy="1000" algn="ctr" rotWithShape="0">
                    <a:srgbClr val="000000"/>
                  </a:outerShdw>
                </a:effect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01140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5_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432F153-9568-4AA3-BB44-FB7751DCE3F3}"/>
              </a:ext>
            </a:extLst>
          </p:cNvPr>
          <p:cNvSpPr>
            <a:spLocks noGrp="1"/>
          </p:cNvSpPr>
          <p:nvPr>
            <p:ph type="dt" sz="half" idx="10"/>
          </p:nvPr>
        </p:nvSpPr>
        <p:spPr/>
        <p:txBody>
          <a:bodyPr/>
          <a:lstStyle/>
          <a:p>
            <a:fld id="{D087CFD6-D3A0-EB41-9877-0C1499BE0BFA}" type="datetime2">
              <a:rPr lang="en-US" smtClean="0"/>
              <a:t>Tuesday, March 11, 2025</a:t>
            </a:fld>
            <a:endParaRPr lang="en-US"/>
          </a:p>
        </p:txBody>
      </p:sp>
      <p:sp>
        <p:nvSpPr>
          <p:cNvPr id="4" name="Footer Placeholder 3">
            <a:extLst>
              <a:ext uri="{FF2B5EF4-FFF2-40B4-BE49-F238E27FC236}">
                <a16:creationId xmlns:a16="http://schemas.microsoft.com/office/drawing/2014/main" id="{DCE8916B-EE43-EAD2-B08D-298D8F5CB1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82E223D-F8FA-C79D-E4D0-17A0783D7645}"/>
              </a:ext>
            </a:extLst>
          </p:cNvPr>
          <p:cNvSpPr>
            <a:spLocks noGrp="1"/>
          </p:cNvSpPr>
          <p:nvPr>
            <p:ph type="sldNum" sz="quarter" idx="12"/>
          </p:nvPr>
        </p:nvSpPr>
        <p:spPr/>
        <p:txBody>
          <a:bodyPr/>
          <a:lstStyle/>
          <a:p>
            <a:fld id="{17BDB469-BB8C-0C46-9793-E3A9CAC591C6}" type="slidenum">
              <a:rPr lang="en-US" smtClean="0"/>
              <a:pPr/>
              <a:t>‹#›</a:t>
            </a:fld>
            <a:endParaRPr lang="en-US"/>
          </a:p>
        </p:txBody>
      </p:sp>
      <p:cxnSp>
        <p:nvCxnSpPr>
          <p:cNvPr id="10" name="Straight Connector 9">
            <a:extLst>
              <a:ext uri="{FF2B5EF4-FFF2-40B4-BE49-F238E27FC236}">
                <a16:creationId xmlns:a16="http://schemas.microsoft.com/office/drawing/2014/main" id="{4EAB278C-1CDB-C930-8AD6-DC8B62813F92}"/>
              </a:ext>
            </a:extLst>
          </p:cNvPr>
          <p:cNvCxnSpPr/>
          <p:nvPr userDrawn="1"/>
        </p:nvCxnSpPr>
        <p:spPr>
          <a:xfrm>
            <a:off x="9133243" y="718335"/>
            <a:ext cx="0" cy="5701553"/>
          </a:xfrm>
          <a:prstGeom prst="line">
            <a:avLst/>
          </a:prstGeom>
        </p:spPr>
        <p:style>
          <a:lnRef idx="1">
            <a:schemeClr val="dk1"/>
          </a:lnRef>
          <a:fillRef idx="0">
            <a:schemeClr val="dk1"/>
          </a:fillRef>
          <a:effectRef idx="0">
            <a:schemeClr val="dk1"/>
          </a:effectRef>
          <a:fontRef idx="minor">
            <a:schemeClr val="tx1"/>
          </a:fontRef>
        </p:style>
      </p:cxnSp>
      <p:pic>
        <p:nvPicPr>
          <p:cNvPr id="11" name="Picture 10" descr="Logo, icon&#10;&#10;Description automatically generated">
            <a:extLst>
              <a:ext uri="{FF2B5EF4-FFF2-40B4-BE49-F238E27FC236}">
                <a16:creationId xmlns:a16="http://schemas.microsoft.com/office/drawing/2014/main" id="{F6DEA0CD-5A63-C0C8-B733-B2D44F1A2F5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555763" y="5368678"/>
            <a:ext cx="1051210" cy="1051210"/>
          </a:xfrm>
          <a:prstGeom prst="rect">
            <a:avLst/>
          </a:prstGeom>
        </p:spPr>
      </p:pic>
      <p:sp>
        <p:nvSpPr>
          <p:cNvPr id="12" name="Title 1">
            <a:extLst>
              <a:ext uri="{FF2B5EF4-FFF2-40B4-BE49-F238E27FC236}">
                <a16:creationId xmlns:a16="http://schemas.microsoft.com/office/drawing/2014/main" id="{BA13B282-08E3-3B85-FE60-8C10BFED5EAC}"/>
              </a:ext>
            </a:extLst>
          </p:cNvPr>
          <p:cNvSpPr txBox="1">
            <a:spLocks/>
          </p:cNvSpPr>
          <p:nvPr userDrawn="1"/>
        </p:nvSpPr>
        <p:spPr>
          <a:xfrm>
            <a:off x="9468881" y="2011080"/>
            <a:ext cx="2723119" cy="2570253"/>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800" dirty="0">
                <a:solidFill>
                  <a:schemeClr val="bg2">
                    <a:lumMod val="90000"/>
                  </a:schemeClr>
                </a:solidFill>
                <a:latin typeface="Aleo" panose="00000500000000000000" pitchFamily="2" charset="0"/>
              </a:rPr>
              <a:t>Find </a:t>
            </a:r>
          </a:p>
          <a:p>
            <a:pPr algn="l"/>
            <a:r>
              <a:rPr lang="en-US" sz="4800" dirty="0">
                <a:solidFill>
                  <a:schemeClr val="bg2">
                    <a:lumMod val="90000"/>
                  </a:schemeClr>
                </a:solidFill>
                <a:latin typeface="Aleo" panose="00000500000000000000" pitchFamily="2" charset="0"/>
              </a:rPr>
              <a:t>Prepare </a:t>
            </a:r>
            <a:r>
              <a:rPr lang="en-US" sz="4800" dirty="0">
                <a:solidFill>
                  <a:srgbClr val="FFC000"/>
                </a:solidFill>
                <a:effectLst>
                  <a:outerShdw blurRad="38100" dist="38100" dir="2700000" algn="tl">
                    <a:srgbClr val="000000">
                      <a:alpha val="43137"/>
                    </a:srgbClr>
                  </a:outerShdw>
                </a:effectLst>
                <a:latin typeface="Aleo" panose="00000500000000000000" pitchFamily="2" charset="0"/>
              </a:rPr>
              <a:t>Retain</a:t>
            </a:r>
          </a:p>
        </p:txBody>
      </p:sp>
      <p:sp>
        <p:nvSpPr>
          <p:cNvPr id="13" name="Content Placeholder 2">
            <a:extLst>
              <a:ext uri="{FF2B5EF4-FFF2-40B4-BE49-F238E27FC236}">
                <a16:creationId xmlns:a16="http://schemas.microsoft.com/office/drawing/2014/main" id="{B39EF7F5-68F8-A236-FFE4-714924309C2F}"/>
              </a:ext>
            </a:extLst>
          </p:cNvPr>
          <p:cNvSpPr>
            <a:spLocks noGrp="1"/>
          </p:cNvSpPr>
          <p:nvPr>
            <p:ph idx="1"/>
          </p:nvPr>
        </p:nvSpPr>
        <p:spPr>
          <a:xfrm>
            <a:off x="838200" y="718335"/>
            <a:ext cx="8027106" cy="5457178"/>
          </a:xfrm>
        </p:spPr>
        <p:txBody>
          <a:bodyPr/>
          <a:lstStyle>
            <a:lvl1pPr algn="ctr">
              <a:defRPr>
                <a:latin typeface="Aleo" pitchFamily="2" charset="77"/>
              </a:defRPr>
            </a:lvl1pPr>
            <a:lvl2pPr algn="ctr">
              <a:lnSpc>
                <a:spcPct val="150000"/>
              </a:lnSpc>
              <a:defRPr>
                <a:solidFill>
                  <a:schemeClr val="accent4"/>
                </a:solidFill>
                <a:effectLst>
                  <a:outerShdw blurRad="38100" dist="38100" dir="2700000" algn="ctr" rotWithShape="0">
                    <a:srgbClr val="000000">
                      <a:alpha val="43000"/>
                    </a:srgbClr>
                  </a:outerShdw>
                </a:effectLst>
              </a:defRPr>
            </a:lvl2pPr>
            <a:lvl3pPr algn="ctr">
              <a:defRPr>
                <a:solidFill>
                  <a:schemeClr val="accent4"/>
                </a:solidFill>
                <a:effectLst>
                  <a:outerShdw blurRad="38100" dist="38100" dir="2700000" algn="ctr" rotWithShape="0">
                    <a:srgbClr val="000000">
                      <a:alpha val="43000"/>
                    </a:srgbClr>
                  </a:outerShdw>
                </a:effectLst>
              </a:defRPr>
            </a:lvl3pPr>
            <a:lvl4pPr algn="ctr">
              <a:defRPr>
                <a:solidFill>
                  <a:schemeClr val="bg2">
                    <a:lumMod val="50000"/>
                  </a:schemeClr>
                </a:solidFill>
                <a:effectLst>
                  <a:outerShdw sx="1000" sy="1000" algn="ctr" rotWithShape="0">
                    <a:srgbClr val="000000"/>
                  </a:outerShdw>
                </a:effectLst>
              </a:defRPr>
            </a:lvl4pPr>
            <a:lvl5pPr algn="ctr">
              <a:defRPr>
                <a:solidFill>
                  <a:schemeClr val="bg2">
                    <a:lumMod val="50000"/>
                  </a:schemeClr>
                </a:solidFill>
                <a:effectLst>
                  <a:outerShdw sx="1000" sy="1000" algn="ctr" rotWithShape="0">
                    <a:srgbClr val="000000"/>
                  </a:outerShdw>
                </a:effect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8273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475D5-AD42-8AD8-979E-EFA4F3C4DA8C}"/>
              </a:ext>
            </a:extLst>
          </p:cNvPr>
          <p:cNvSpPr>
            <a:spLocks noGrp="1"/>
          </p:cNvSpPr>
          <p:nvPr>
            <p:ph type="title"/>
          </p:nvPr>
        </p:nvSpPr>
        <p:spPr/>
        <p:txBody>
          <a:bodyPr anchor="b"/>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5139152-C75A-7C62-AF2E-2231475CA798}"/>
              </a:ext>
            </a:extLst>
          </p:cNvPr>
          <p:cNvSpPr>
            <a:spLocks noGrp="1"/>
          </p:cNvSpPr>
          <p:nvPr>
            <p:ph idx="1"/>
          </p:nvPr>
        </p:nvSpPr>
        <p:spPr/>
        <p:txBody>
          <a:bodyPr/>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65873F4-E021-58C0-C350-39C3DF1BE342}"/>
              </a:ext>
            </a:extLst>
          </p:cNvPr>
          <p:cNvSpPr>
            <a:spLocks noGrp="1"/>
          </p:cNvSpPr>
          <p:nvPr>
            <p:ph type="dt" sz="half" idx="10"/>
          </p:nvPr>
        </p:nvSpPr>
        <p:spPr/>
        <p:txBody>
          <a:bodyPr/>
          <a:lstStyle/>
          <a:p>
            <a:fld id="{47C07BF3-9FE1-E44A-8A23-51F6DB4BD2D6}" type="datetime2">
              <a:rPr lang="en-US" smtClean="0"/>
              <a:t>Tuesday, March 11, 2025</a:t>
            </a:fld>
            <a:endParaRPr lang="en-US"/>
          </a:p>
        </p:txBody>
      </p:sp>
      <p:sp>
        <p:nvSpPr>
          <p:cNvPr id="5" name="Footer Placeholder 4">
            <a:extLst>
              <a:ext uri="{FF2B5EF4-FFF2-40B4-BE49-F238E27FC236}">
                <a16:creationId xmlns:a16="http://schemas.microsoft.com/office/drawing/2014/main" id="{03D49AA3-A8AE-3F16-81A9-92B838560F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82E709-C1EC-E7ED-1669-15C9437BFBF9}"/>
              </a:ext>
            </a:extLst>
          </p:cNvPr>
          <p:cNvSpPr>
            <a:spLocks noGrp="1"/>
          </p:cNvSpPr>
          <p:nvPr>
            <p:ph type="sldNum" sz="quarter" idx="12"/>
          </p:nvPr>
        </p:nvSpPr>
        <p:spPr/>
        <p:txBody>
          <a:bodyPr/>
          <a:lstStyle/>
          <a:p>
            <a:fld id="{17BDB469-BB8C-0C46-9793-E3A9CAC591C6}" type="slidenum">
              <a:rPr lang="en-US" smtClean="0"/>
              <a:t>‹#›</a:t>
            </a:fld>
            <a:endParaRPr lang="en-US"/>
          </a:p>
        </p:txBody>
      </p:sp>
      <p:sp>
        <p:nvSpPr>
          <p:cNvPr id="7" name="Picture Placeholder 6">
            <a:extLst>
              <a:ext uri="{FF2B5EF4-FFF2-40B4-BE49-F238E27FC236}">
                <a16:creationId xmlns:a16="http://schemas.microsoft.com/office/drawing/2014/main" id="{1A9B025C-568D-BC6F-F922-9B8EF3C7E80F}"/>
              </a:ext>
            </a:extLst>
          </p:cNvPr>
          <p:cNvSpPr>
            <a:spLocks noGrp="1"/>
          </p:cNvSpPr>
          <p:nvPr>
            <p:ph type="pic" idx="13"/>
          </p:nvPr>
        </p:nvSpPr>
        <p:spPr>
          <a:xfrm>
            <a:off x="6719888" y="1937699"/>
            <a:ext cx="4573588" cy="3353660"/>
          </a:xfrm>
          <a:custGeom>
            <a:avLst/>
            <a:gdLst>
              <a:gd name="connsiteX0" fmla="*/ 754327 w 6172200"/>
              <a:gd name="connsiteY0" fmla="*/ 0 h 4525869"/>
              <a:gd name="connsiteX1" fmla="*/ 6172200 w 6172200"/>
              <a:gd name="connsiteY1" fmla="*/ 0 h 4525869"/>
              <a:gd name="connsiteX2" fmla="*/ 6172200 w 6172200"/>
              <a:gd name="connsiteY2" fmla="*/ 3771542 h 4525869"/>
              <a:gd name="connsiteX3" fmla="*/ 5417873 w 6172200"/>
              <a:gd name="connsiteY3" fmla="*/ 4525869 h 4525869"/>
              <a:gd name="connsiteX4" fmla="*/ 0 w 6172200"/>
              <a:gd name="connsiteY4" fmla="*/ 4525869 h 4525869"/>
              <a:gd name="connsiteX5" fmla="*/ 0 w 6172200"/>
              <a:gd name="connsiteY5" fmla="*/ 754327 h 4525869"/>
              <a:gd name="connsiteX6" fmla="*/ 754327 w 6172200"/>
              <a:gd name="connsiteY6" fmla="*/ 0 h 4525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200" h="4525869">
                <a:moveTo>
                  <a:pt x="754327" y="0"/>
                </a:moveTo>
                <a:lnTo>
                  <a:pt x="6172200" y="0"/>
                </a:lnTo>
                <a:lnTo>
                  <a:pt x="6172200" y="3771542"/>
                </a:lnTo>
                <a:cubicBezTo>
                  <a:pt x="6172200" y="4188145"/>
                  <a:pt x="5834476" y="4525869"/>
                  <a:pt x="5417873" y="4525869"/>
                </a:cubicBezTo>
                <a:lnTo>
                  <a:pt x="0" y="4525869"/>
                </a:lnTo>
                <a:lnTo>
                  <a:pt x="0" y="754327"/>
                </a:lnTo>
                <a:cubicBezTo>
                  <a:pt x="0" y="337724"/>
                  <a:pt x="337724" y="0"/>
                  <a:pt x="754327" y="0"/>
                </a:cubicBezTo>
                <a:close/>
              </a:path>
            </a:pathLst>
          </a:custGeom>
          <a:ln w="88900">
            <a:solidFill>
              <a:schemeClr val="bg1"/>
            </a:solidFill>
          </a:ln>
          <a:effectLst>
            <a:outerShdw blurRad="254000" algn="ctr" rotWithShape="0">
              <a:srgbClr val="000000">
                <a:alpha val="43000"/>
              </a:srgbClr>
            </a:outerShdw>
          </a:effectLst>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5969381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 preserve="1">
  <p:cSld name="1_Title and Content">
    <p:spTree>
      <p:nvGrpSpPr>
        <p:cNvPr id="1" name=""/>
        <p:cNvGrpSpPr/>
        <p:nvPr/>
      </p:nvGrpSpPr>
      <p:grpSpPr>
        <a:xfrm>
          <a:off x="0" y="0"/>
          <a:ext cx="0" cy="0"/>
          <a:chOff x="0" y="0"/>
          <a:chExt cx="0" cy="0"/>
        </a:xfrm>
      </p:grpSpPr>
      <p:pic>
        <p:nvPicPr>
          <p:cNvPr id="7" name="Picture 2">
            <a:extLst>
              <a:ext uri="{FF2B5EF4-FFF2-40B4-BE49-F238E27FC236}">
                <a16:creationId xmlns:a16="http://schemas.microsoft.com/office/drawing/2014/main" id="{723F664B-AC51-41A5-CEED-801DBD387D2A}"/>
              </a:ext>
            </a:extLst>
          </p:cNvPr>
          <p:cNvPicPr>
            <a:picLocks noChangeAspect="1" noChangeArrowheads="1"/>
          </p:cNvPicPr>
          <p:nvPr userDrawn="1"/>
        </p:nvPicPr>
        <p:blipFill rotWithShape="1">
          <a:blip r:embed="rId2" cstate="email">
            <a:duotone>
              <a:schemeClr val="bg2">
                <a:shade val="45000"/>
                <a:satMod val="135000"/>
              </a:schemeClr>
              <a:prstClr val="white"/>
            </a:duotone>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a:ext>
            </a:extLst>
          </a:blip>
          <a:srcRect/>
          <a:stretch/>
        </p:blipFill>
        <p:spPr bwMode="auto">
          <a:xfrm>
            <a:off x="1" y="18653"/>
            <a:ext cx="1219136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50475D5-AD42-8AD8-979E-EFA4F3C4DA8C}"/>
              </a:ext>
            </a:extLst>
          </p:cNvPr>
          <p:cNvSpPr>
            <a:spLocks noGrp="1"/>
          </p:cNvSpPr>
          <p:nvPr>
            <p:ph type="title"/>
          </p:nvPr>
        </p:nvSpPr>
        <p:spPr>
          <a:xfrm>
            <a:off x="838200" y="365125"/>
            <a:ext cx="10515600" cy="1249933"/>
          </a:xfrm>
        </p:spPr>
        <p:txBody>
          <a:bodyPr anchor="b">
            <a:normAutofit/>
          </a:bodyPr>
          <a:lstStyle>
            <a:lvl1pPr>
              <a:defRPr sz="3600" b="1" i="0"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5139152-C75A-7C62-AF2E-2231475CA798}"/>
              </a:ext>
            </a:extLst>
          </p:cNvPr>
          <p:cNvSpPr>
            <a:spLocks noGrp="1"/>
          </p:cNvSpPr>
          <p:nvPr>
            <p:ph idx="1"/>
          </p:nvPr>
        </p:nvSpPr>
        <p:spPr>
          <a:xfrm>
            <a:off x="838200" y="1896035"/>
            <a:ext cx="10515600" cy="3551335"/>
          </a:xfrm>
        </p:spPr>
        <p:txBody>
          <a:bodyPr/>
          <a:lstStyle>
            <a:lvl1pPr algn="ctr">
              <a:defRPr baseline="0">
                <a:effectLst>
                  <a:glow rad="246370">
                    <a:schemeClr val="bg1">
                      <a:alpha val="46000"/>
                    </a:schemeClr>
                  </a:glow>
                </a:effectLst>
              </a:defRPr>
            </a:lvl1pPr>
            <a:lvl2pPr algn="ctr">
              <a:defRPr baseline="0">
                <a:effectLst>
                  <a:glow rad="246370">
                    <a:schemeClr val="bg1">
                      <a:alpha val="46000"/>
                    </a:schemeClr>
                  </a:glow>
                </a:effectLst>
              </a:defRPr>
            </a:lvl2pPr>
            <a:lvl3pPr algn="ctr">
              <a:defRPr baseline="0">
                <a:effectLst>
                  <a:glow rad="246370">
                    <a:schemeClr val="bg1">
                      <a:alpha val="46000"/>
                    </a:schemeClr>
                  </a:glow>
                </a:effectLst>
              </a:defRPr>
            </a:lvl3pPr>
            <a:lvl4pPr algn="ctr">
              <a:defRPr baseline="0">
                <a:solidFill>
                  <a:schemeClr val="tx2"/>
                </a:solidFill>
                <a:effectLst>
                  <a:glow rad="246370">
                    <a:schemeClr val="bg1">
                      <a:alpha val="46000"/>
                    </a:schemeClr>
                  </a:glow>
                </a:effectLst>
              </a:defRPr>
            </a:lvl4pPr>
            <a:lvl5pPr algn="ctr">
              <a:defRPr baseline="0">
                <a:effectLst>
                  <a:glow rad="246370">
                    <a:schemeClr val="bg1">
                      <a:alpha val="46000"/>
                    </a:schemeClr>
                  </a:glow>
                </a:effect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Picture 11" descr="Logo&#10;&#10;Description automatically generated">
            <a:extLst>
              <a:ext uri="{FF2B5EF4-FFF2-40B4-BE49-F238E27FC236}">
                <a16:creationId xmlns:a16="http://schemas.microsoft.com/office/drawing/2014/main" id="{FB47CA8A-4C15-A9E4-A166-AB5702F860CF}"/>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9638263" y="6140585"/>
            <a:ext cx="2215858" cy="488162"/>
          </a:xfrm>
          <a:prstGeom prst="rect">
            <a:avLst/>
          </a:prstGeom>
        </p:spPr>
      </p:pic>
      <p:sp>
        <p:nvSpPr>
          <p:cNvPr id="13" name="Isosceles Triangle 27">
            <a:extLst>
              <a:ext uri="{FF2B5EF4-FFF2-40B4-BE49-F238E27FC236}">
                <a16:creationId xmlns:a16="http://schemas.microsoft.com/office/drawing/2014/main" id="{131F9857-E3B7-00AD-06AB-7A251EBBD6E8}"/>
              </a:ext>
            </a:extLst>
          </p:cNvPr>
          <p:cNvSpPr/>
          <p:nvPr userDrawn="1"/>
        </p:nvSpPr>
        <p:spPr>
          <a:xfrm rot="16048920" flipV="1">
            <a:off x="3907416" y="2793972"/>
            <a:ext cx="304501" cy="6706016"/>
          </a:xfrm>
          <a:prstGeom prst="triangle">
            <a:avLst>
              <a:gd name="adj" fmla="val 75469"/>
            </a:avLst>
          </a:prstGeom>
          <a:solidFill>
            <a:srgbClr val="E4AC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28">
            <a:extLst>
              <a:ext uri="{FF2B5EF4-FFF2-40B4-BE49-F238E27FC236}">
                <a16:creationId xmlns:a16="http://schemas.microsoft.com/office/drawing/2014/main" id="{FE6E01C8-967F-46AF-2952-1979D3B2FA57}"/>
              </a:ext>
            </a:extLst>
          </p:cNvPr>
          <p:cNvSpPr/>
          <p:nvPr userDrawn="1"/>
        </p:nvSpPr>
        <p:spPr>
          <a:xfrm rot="16200000" flipV="1">
            <a:off x="5958051" y="-72701"/>
            <a:ext cx="280976" cy="12197081"/>
          </a:xfrm>
          <a:prstGeom prst="triangle">
            <a:avLst>
              <a:gd name="adj" fmla="val 100000"/>
            </a:avLst>
          </a:prstGeom>
          <a:solidFill>
            <a:srgbClr val="137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Isosceles Triangle 29">
            <a:extLst>
              <a:ext uri="{FF2B5EF4-FFF2-40B4-BE49-F238E27FC236}">
                <a16:creationId xmlns:a16="http://schemas.microsoft.com/office/drawing/2014/main" id="{3416E4AA-B785-AF2B-979E-BB3973023C61}"/>
              </a:ext>
            </a:extLst>
          </p:cNvPr>
          <p:cNvSpPr/>
          <p:nvPr userDrawn="1"/>
        </p:nvSpPr>
        <p:spPr>
          <a:xfrm rot="16200000" flipH="1">
            <a:off x="5972664" y="-334630"/>
            <a:ext cx="247958" cy="12192004"/>
          </a:xfrm>
          <a:prstGeom prst="triangle">
            <a:avLst>
              <a:gd name="adj" fmla="val 100000"/>
            </a:avLst>
          </a:prstGeom>
          <a:solidFill>
            <a:srgbClr val="D754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056068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2_Blank">
    <p:spTree>
      <p:nvGrpSpPr>
        <p:cNvPr id="1" name=""/>
        <p:cNvGrpSpPr/>
        <p:nvPr/>
      </p:nvGrpSpPr>
      <p:grpSpPr>
        <a:xfrm>
          <a:off x="0" y="0"/>
          <a:ext cx="0" cy="0"/>
          <a:chOff x="0" y="0"/>
          <a:chExt cx="0" cy="0"/>
        </a:xfrm>
      </p:grpSpPr>
      <p:pic>
        <p:nvPicPr>
          <p:cNvPr id="5" name="Google Shape;223;p16">
            <a:extLst>
              <a:ext uri="{FF2B5EF4-FFF2-40B4-BE49-F238E27FC236}">
                <a16:creationId xmlns:a16="http://schemas.microsoft.com/office/drawing/2014/main" id="{B372D507-E71C-E816-714B-FCDD0037CE53}"/>
              </a:ext>
            </a:extLst>
          </p:cNvPr>
          <p:cNvPicPr preferRelativeResize="0"/>
          <p:nvPr userDrawn="1"/>
        </p:nvPicPr>
        <p:blipFill rotWithShape="1">
          <a:blip r:embed="rId2" cstate="email">
            <a:alphaModFix/>
            <a:extLst>
              <a:ext uri="{28A0092B-C50C-407E-A947-70E740481C1C}">
                <a14:useLocalDpi xmlns:a14="http://schemas.microsoft.com/office/drawing/2010/main"/>
              </a:ext>
            </a:extLst>
          </a:blip>
          <a:srcRect/>
          <a:stretch/>
        </p:blipFill>
        <p:spPr>
          <a:xfrm>
            <a:off x="7847174" y="4650052"/>
            <a:ext cx="1582681" cy="588224"/>
          </a:xfrm>
          <a:prstGeom prst="rect">
            <a:avLst/>
          </a:prstGeom>
          <a:noFill/>
          <a:ln>
            <a:noFill/>
          </a:ln>
        </p:spPr>
      </p:pic>
      <p:pic>
        <p:nvPicPr>
          <p:cNvPr id="6" name="Google Shape;226;p16" descr="Image result for S&amp;P Global logo">
            <a:extLst>
              <a:ext uri="{FF2B5EF4-FFF2-40B4-BE49-F238E27FC236}">
                <a16:creationId xmlns:a16="http://schemas.microsoft.com/office/drawing/2014/main" id="{6A80BE6B-0D5D-3C35-8C09-DFC0450F014C}"/>
              </a:ext>
            </a:extLst>
          </p:cNvPr>
          <p:cNvPicPr preferRelativeResize="0"/>
          <p:nvPr userDrawn="1"/>
        </p:nvPicPr>
        <p:blipFill rotWithShape="1">
          <a:blip r:embed="rId3" cstate="email">
            <a:alphaModFix/>
            <a:extLst>
              <a:ext uri="{28A0092B-C50C-407E-A947-70E740481C1C}">
                <a14:useLocalDpi xmlns:a14="http://schemas.microsoft.com/office/drawing/2010/main"/>
              </a:ext>
            </a:extLst>
          </a:blip>
          <a:srcRect/>
          <a:stretch/>
        </p:blipFill>
        <p:spPr>
          <a:xfrm>
            <a:off x="666501" y="1465170"/>
            <a:ext cx="1732770" cy="546959"/>
          </a:xfrm>
          <a:prstGeom prst="rect">
            <a:avLst/>
          </a:prstGeom>
          <a:noFill/>
          <a:ln>
            <a:noFill/>
          </a:ln>
        </p:spPr>
      </p:pic>
      <p:pic>
        <p:nvPicPr>
          <p:cNvPr id="7" name="Google Shape;227;p16" descr="Trimble Connect Collaboration Platform Hits 10 Million User Milestone |  Grading &amp; Excavation Contractor">
            <a:extLst>
              <a:ext uri="{FF2B5EF4-FFF2-40B4-BE49-F238E27FC236}">
                <a16:creationId xmlns:a16="http://schemas.microsoft.com/office/drawing/2014/main" id="{7E0DD774-8943-1B66-20E5-CEA661EF1BA1}"/>
              </a:ext>
            </a:extLst>
          </p:cNvPr>
          <p:cNvPicPr preferRelativeResize="0"/>
          <p:nvPr userDrawn="1"/>
        </p:nvPicPr>
        <p:blipFill rotWithShape="1">
          <a:blip r:embed="rId4" cstate="email">
            <a:alphaModFix/>
            <a:extLst>
              <a:ext uri="{28A0092B-C50C-407E-A947-70E740481C1C}">
                <a14:useLocalDpi xmlns:a14="http://schemas.microsoft.com/office/drawing/2010/main"/>
              </a:ext>
            </a:extLst>
          </a:blip>
          <a:srcRect b="33595"/>
          <a:stretch/>
        </p:blipFill>
        <p:spPr>
          <a:xfrm>
            <a:off x="10127251" y="1446447"/>
            <a:ext cx="1493892" cy="536555"/>
          </a:xfrm>
          <a:prstGeom prst="rect">
            <a:avLst/>
          </a:prstGeom>
          <a:noFill/>
          <a:ln>
            <a:noFill/>
          </a:ln>
        </p:spPr>
      </p:pic>
      <p:pic>
        <p:nvPicPr>
          <p:cNvPr id="8" name="Google Shape;228;p16" descr="Providers — Advantage">
            <a:extLst>
              <a:ext uri="{FF2B5EF4-FFF2-40B4-BE49-F238E27FC236}">
                <a16:creationId xmlns:a16="http://schemas.microsoft.com/office/drawing/2014/main" id="{D558CB25-F0A7-4505-37A3-EE0790C5DC14}"/>
              </a:ext>
            </a:extLst>
          </p:cNvPr>
          <p:cNvPicPr preferRelativeResize="0"/>
          <p:nvPr userDrawn="1"/>
        </p:nvPicPr>
        <p:blipFill rotWithShape="1">
          <a:blip r:embed="rId5" cstate="email">
            <a:alphaModFix/>
            <a:extLst>
              <a:ext uri="{28A0092B-C50C-407E-A947-70E740481C1C}">
                <a14:useLocalDpi xmlns:a14="http://schemas.microsoft.com/office/drawing/2010/main"/>
              </a:ext>
            </a:extLst>
          </a:blip>
          <a:srcRect/>
          <a:stretch/>
        </p:blipFill>
        <p:spPr>
          <a:xfrm>
            <a:off x="9988804" y="2434060"/>
            <a:ext cx="1770786" cy="581050"/>
          </a:xfrm>
          <a:prstGeom prst="rect">
            <a:avLst/>
          </a:prstGeom>
          <a:noFill/>
          <a:ln>
            <a:noFill/>
          </a:ln>
        </p:spPr>
      </p:pic>
      <p:pic>
        <p:nvPicPr>
          <p:cNvPr id="9" name="Google Shape;230;p16">
            <a:extLst>
              <a:ext uri="{FF2B5EF4-FFF2-40B4-BE49-F238E27FC236}">
                <a16:creationId xmlns:a16="http://schemas.microsoft.com/office/drawing/2014/main" id="{6BC718B5-F8EE-B1CA-3CC8-D0F77795799B}"/>
              </a:ext>
            </a:extLst>
          </p:cNvPr>
          <p:cNvPicPr preferRelativeResize="0"/>
          <p:nvPr userDrawn="1"/>
        </p:nvPicPr>
        <p:blipFill rotWithShape="1">
          <a:blip r:embed="rId6" cstate="email">
            <a:alphaModFix/>
            <a:extLst>
              <a:ext uri="{28A0092B-C50C-407E-A947-70E740481C1C}">
                <a14:useLocalDpi xmlns:a14="http://schemas.microsoft.com/office/drawing/2010/main"/>
              </a:ext>
            </a:extLst>
          </a:blip>
          <a:srcRect/>
          <a:stretch/>
        </p:blipFill>
        <p:spPr>
          <a:xfrm>
            <a:off x="7760285" y="483308"/>
            <a:ext cx="1566513" cy="528933"/>
          </a:xfrm>
          <a:prstGeom prst="rect">
            <a:avLst/>
          </a:prstGeom>
          <a:noFill/>
          <a:ln>
            <a:noFill/>
          </a:ln>
        </p:spPr>
      </p:pic>
      <p:pic>
        <p:nvPicPr>
          <p:cNvPr id="10" name="Google Shape;231;p16" descr="Janus Henderson Launches Actively Managed Mortgage-Backed Securities ETF">
            <a:extLst>
              <a:ext uri="{FF2B5EF4-FFF2-40B4-BE49-F238E27FC236}">
                <a16:creationId xmlns:a16="http://schemas.microsoft.com/office/drawing/2014/main" id="{79154451-0832-A06C-DD69-42EB46EEBE16}"/>
              </a:ext>
            </a:extLst>
          </p:cNvPr>
          <p:cNvPicPr preferRelativeResize="0"/>
          <p:nvPr userDrawn="1"/>
        </p:nvPicPr>
        <p:blipFill rotWithShape="1">
          <a:blip r:embed="rId7" cstate="email">
            <a:alphaModFix/>
            <a:extLst>
              <a:ext uri="{28A0092B-C50C-407E-A947-70E740481C1C}">
                <a14:useLocalDpi xmlns:a14="http://schemas.microsoft.com/office/drawing/2010/main"/>
              </a:ext>
            </a:extLst>
          </a:blip>
          <a:srcRect t="26232" b="24457"/>
          <a:stretch/>
        </p:blipFill>
        <p:spPr>
          <a:xfrm>
            <a:off x="7592710" y="5741720"/>
            <a:ext cx="2296412" cy="660572"/>
          </a:xfrm>
          <a:prstGeom prst="rect">
            <a:avLst/>
          </a:prstGeom>
          <a:noFill/>
          <a:ln>
            <a:noFill/>
          </a:ln>
        </p:spPr>
      </p:pic>
      <p:pic>
        <p:nvPicPr>
          <p:cNvPr id="11" name="Google Shape;232;p16">
            <a:extLst>
              <a:ext uri="{FF2B5EF4-FFF2-40B4-BE49-F238E27FC236}">
                <a16:creationId xmlns:a16="http://schemas.microsoft.com/office/drawing/2014/main" id="{CB06ABD6-E60E-3967-0A58-E0B9A62CD68E}"/>
              </a:ext>
            </a:extLst>
          </p:cNvPr>
          <p:cNvPicPr preferRelativeResize="0"/>
          <p:nvPr userDrawn="1"/>
        </p:nvPicPr>
        <p:blipFill rotWithShape="1">
          <a:blip r:embed="rId8" cstate="email">
            <a:alphaModFix/>
            <a:extLst>
              <a:ext uri="{28A0092B-C50C-407E-A947-70E740481C1C}">
                <a14:useLocalDpi xmlns:a14="http://schemas.microsoft.com/office/drawing/2010/main"/>
              </a:ext>
            </a:extLst>
          </a:blip>
          <a:srcRect/>
          <a:stretch/>
        </p:blipFill>
        <p:spPr>
          <a:xfrm>
            <a:off x="7840674" y="3516605"/>
            <a:ext cx="1738883" cy="524915"/>
          </a:xfrm>
          <a:prstGeom prst="rect">
            <a:avLst/>
          </a:prstGeom>
          <a:noFill/>
          <a:ln>
            <a:noFill/>
          </a:ln>
        </p:spPr>
      </p:pic>
      <p:pic>
        <p:nvPicPr>
          <p:cNvPr id="12" name="Picture 2" descr="Ardent Mills">
            <a:extLst>
              <a:ext uri="{FF2B5EF4-FFF2-40B4-BE49-F238E27FC236}">
                <a16:creationId xmlns:a16="http://schemas.microsoft.com/office/drawing/2014/main" id="{1D83FB81-A850-6C4B-54A7-972A70DE0B84}"/>
              </a:ext>
            </a:extLst>
          </p:cNvPr>
          <p:cNvPicPr>
            <a:picLocks noChangeAspect="1" noChangeArrowheads="1"/>
          </p:cNvPicPr>
          <p:nvPr userDrawn="1"/>
        </p:nvPicPr>
        <p:blipFill rotWithShape="1">
          <a:blip r:embed="rId9" cstate="email">
            <a:extLst>
              <a:ext uri="{28A0092B-C50C-407E-A947-70E740481C1C}">
                <a14:useLocalDpi xmlns:a14="http://schemas.microsoft.com/office/drawing/2010/main"/>
              </a:ext>
            </a:extLst>
          </a:blip>
          <a:srcRect l="-25" t="31524" r="25"/>
          <a:stretch/>
        </p:blipFill>
        <p:spPr bwMode="auto">
          <a:xfrm>
            <a:off x="2931514" y="392913"/>
            <a:ext cx="1928775" cy="598897"/>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descr="SCL Health | Healthcare in Colorado, Montana and Kansas">
            <a:extLst>
              <a:ext uri="{FF2B5EF4-FFF2-40B4-BE49-F238E27FC236}">
                <a16:creationId xmlns:a16="http://schemas.microsoft.com/office/drawing/2014/main" id="{426F79D1-B787-CDCD-5E6E-B136442F0F9F}"/>
              </a:ext>
            </a:extLst>
          </p:cNvPr>
          <p:cNvPicPr>
            <a:picLocks noChangeAspect="1" noChangeArrowheads="1"/>
          </p:cNvPicPr>
          <p:nvPr userDrawn="1"/>
        </p:nvPicPr>
        <p:blipFill>
          <a:blip r:embed="rId10" cstate="email">
            <a:extLst>
              <a:ext uri="{28A0092B-C50C-407E-A947-70E740481C1C}">
                <a14:useLocalDpi xmlns:a14="http://schemas.microsoft.com/office/drawing/2010/main"/>
              </a:ext>
            </a:extLst>
          </a:blip>
          <a:srcRect/>
          <a:stretch>
            <a:fillRect/>
          </a:stretch>
        </p:blipFill>
        <p:spPr bwMode="auto">
          <a:xfrm>
            <a:off x="5427910" y="2529519"/>
            <a:ext cx="1834507" cy="47315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8" descr="Clarity Inc. | LinkedIn">
            <a:extLst>
              <a:ext uri="{FF2B5EF4-FFF2-40B4-BE49-F238E27FC236}">
                <a16:creationId xmlns:a16="http://schemas.microsoft.com/office/drawing/2014/main" id="{8A75407F-0B9E-E544-8DE7-631D1C2FB6BC}"/>
              </a:ext>
            </a:extLst>
          </p:cNvPr>
          <p:cNvPicPr>
            <a:picLocks noChangeAspect="1" noChangeArrowheads="1"/>
          </p:cNvPicPr>
          <p:nvPr userDrawn="1"/>
        </p:nvPicPr>
        <p:blipFill rotWithShape="1">
          <a:blip r:embed="rId11" cstate="email">
            <a:extLst>
              <a:ext uri="{28A0092B-C50C-407E-A947-70E740481C1C}">
                <a14:useLocalDpi xmlns:a14="http://schemas.microsoft.com/office/drawing/2010/main"/>
              </a:ext>
            </a:extLst>
          </a:blip>
          <a:srcRect/>
          <a:stretch/>
        </p:blipFill>
        <p:spPr bwMode="auto">
          <a:xfrm>
            <a:off x="561185" y="4586501"/>
            <a:ext cx="1582681" cy="59122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4" descr="Fire Protection Systems and Services | National Fire &amp; Safety">
            <a:extLst>
              <a:ext uri="{FF2B5EF4-FFF2-40B4-BE49-F238E27FC236}">
                <a16:creationId xmlns:a16="http://schemas.microsoft.com/office/drawing/2014/main" id="{9A083208-04EB-8122-3554-959753C6E6E9}"/>
              </a:ext>
            </a:extLst>
          </p:cNvPr>
          <p:cNvPicPr>
            <a:picLocks noChangeAspect="1" noChangeArrowheads="1"/>
          </p:cNvPicPr>
          <p:nvPr userDrawn="1"/>
        </p:nvPicPr>
        <p:blipFill>
          <a:blip r:embed="rId12" cstate="email">
            <a:extLst>
              <a:ext uri="{28A0092B-C50C-407E-A947-70E740481C1C}">
                <a14:useLocalDpi xmlns:a14="http://schemas.microsoft.com/office/drawing/2010/main"/>
              </a:ext>
            </a:extLst>
          </a:blip>
          <a:srcRect/>
          <a:stretch>
            <a:fillRect/>
          </a:stretch>
        </p:blipFill>
        <p:spPr bwMode="auto">
          <a:xfrm>
            <a:off x="7806971" y="2595290"/>
            <a:ext cx="1582681" cy="40738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8" descr="Identity Security for the Digital Enterprise | Ping Identity">
            <a:extLst>
              <a:ext uri="{FF2B5EF4-FFF2-40B4-BE49-F238E27FC236}">
                <a16:creationId xmlns:a16="http://schemas.microsoft.com/office/drawing/2014/main" id="{51907C28-B15B-7B3A-3F17-F38CD610CD14}"/>
              </a:ext>
            </a:extLst>
          </p:cNvPr>
          <p:cNvPicPr>
            <a:picLocks noChangeAspect="1" noChangeArrowheads="1"/>
          </p:cNvPicPr>
          <p:nvPr userDrawn="1"/>
        </p:nvPicPr>
        <p:blipFill>
          <a:blip r:embed="rId13" cstate="email">
            <a:extLst>
              <a:ext uri="{28A0092B-C50C-407E-A947-70E740481C1C}">
                <a14:useLocalDpi xmlns:a14="http://schemas.microsoft.com/office/drawing/2010/main"/>
              </a:ext>
            </a:extLst>
          </a:blip>
          <a:srcRect/>
          <a:stretch>
            <a:fillRect/>
          </a:stretch>
        </p:blipFill>
        <p:spPr bwMode="auto">
          <a:xfrm>
            <a:off x="557530" y="501626"/>
            <a:ext cx="1834421" cy="321109"/>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0" descr="1st Bank - Harvest of Hope Pantry">
            <a:extLst>
              <a:ext uri="{FF2B5EF4-FFF2-40B4-BE49-F238E27FC236}">
                <a16:creationId xmlns:a16="http://schemas.microsoft.com/office/drawing/2014/main" id="{19A008F1-4604-5CAA-42FC-CBB378541550}"/>
              </a:ext>
            </a:extLst>
          </p:cNvPr>
          <p:cNvPicPr>
            <a:picLocks noChangeAspect="1" noChangeArrowheads="1"/>
          </p:cNvPicPr>
          <p:nvPr userDrawn="1"/>
        </p:nvPicPr>
        <p:blipFill rotWithShape="1">
          <a:blip r:embed="rId14" cstate="email">
            <a:extLst>
              <a:ext uri="{28A0092B-C50C-407E-A947-70E740481C1C}">
                <a14:useLocalDpi xmlns:a14="http://schemas.microsoft.com/office/drawing/2010/main"/>
              </a:ext>
            </a:extLst>
          </a:blip>
          <a:srcRect/>
          <a:stretch/>
        </p:blipFill>
        <p:spPr bwMode="auto">
          <a:xfrm>
            <a:off x="2900539" y="1391120"/>
            <a:ext cx="1848322" cy="546959"/>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Home | LeafTech Consulting">
            <a:extLst>
              <a:ext uri="{FF2B5EF4-FFF2-40B4-BE49-F238E27FC236}">
                <a16:creationId xmlns:a16="http://schemas.microsoft.com/office/drawing/2014/main" id="{363B6193-59B9-9AC9-D3BF-090B128FA34C}"/>
              </a:ext>
            </a:extLst>
          </p:cNvPr>
          <p:cNvPicPr>
            <a:picLocks noChangeAspect="1" noChangeArrowheads="1"/>
          </p:cNvPicPr>
          <p:nvPr userDrawn="1"/>
        </p:nvPicPr>
        <p:blipFill>
          <a:blip r:embed="rId15" cstate="email">
            <a:extLst>
              <a:ext uri="{28A0092B-C50C-407E-A947-70E740481C1C}">
                <a14:useLocalDpi xmlns:a14="http://schemas.microsoft.com/office/drawing/2010/main"/>
              </a:ext>
            </a:extLst>
          </a:blip>
          <a:srcRect/>
          <a:stretch>
            <a:fillRect/>
          </a:stretch>
        </p:blipFill>
        <p:spPr bwMode="auto">
          <a:xfrm>
            <a:off x="2938834" y="3636466"/>
            <a:ext cx="1834420" cy="435129"/>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4" descr="Leprino Foods | Global Dairy Ingredients Supplier">
            <a:extLst>
              <a:ext uri="{FF2B5EF4-FFF2-40B4-BE49-F238E27FC236}">
                <a16:creationId xmlns:a16="http://schemas.microsoft.com/office/drawing/2014/main" id="{4797F05B-985A-1677-125A-659D2AF9C319}"/>
              </a:ext>
            </a:extLst>
          </p:cNvPr>
          <p:cNvPicPr>
            <a:picLocks noChangeAspect="1" noChangeArrowheads="1"/>
          </p:cNvPicPr>
          <p:nvPr userDrawn="1"/>
        </p:nvPicPr>
        <p:blipFill>
          <a:blip r:embed="rId16" cstate="email">
            <a:extLst>
              <a:ext uri="{28A0092B-C50C-407E-A947-70E740481C1C}">
                <a14:useLocalDpi xmlns:a14="http://schemas.microsoft.com/office/drawing/2010/main"/>
              </a:ext>
            </a:extLst>
          </a:blip>
          <a:srcRect/>
          <a:stretch>
            <a:fillRect/>
          </a:stretch>
        </p:blipFill>
        <p:spPr bwMode="auto">
          <a:xfrm>
            <a:off x="949504" y="2493628"/>
            <a:ext cx="1048016" cy="691084"/>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4" descr="Managing Public Defender Workloads Just Got Easier">
            <a:extLst>
              <a:ext uri="{FF2B5EF4-FFF2-40B4-BE49-F238E27FC236}">
                <a16:creationId xmlns:a16="http://schemas.microsoft.com/office/drawing/2014/main" id="{61C7E84A-7960-18F0-331E-05DE3AC431A5}"/>
              </a:ext>
            </a:extLst>
          </p:cNvPr>
          <p:cNvPicPr>
            <a:picLocks noChangeAspect="1" noChangeArrowheads="1"/>
          </p:cNvPicPr>
          <p:nvPr userDrawn="1"/>
        </p:nvPicPr>
        <p:blipFill rotWithShape="1">
          <a:blip r:embed="rId17" cstate="email">
            <a:extLst>
              <a:ext uri="{28A0092B-C50C-407E-A947-70E740481C1C}">
                <a14:useLocalDpi xmlns:a14="http://schemas.microsoft.com/office/drawing/2010/main"/>
              </a:ext>
            </a:extLst>
          </a:blip>
          <a:srcRect b="11003"/>
          <a:stretch/>
        </p:blipFill>
        <p:spPr bwMode="auto">
          <a:xfrm>
            <a:off x="10349171" y="5608253"/>
            <a:ext cx="1271972" cy="725136"/>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 descr="TTM Technologies and Jabil: Delivering Results to the Right Market at the  Right Time | Jabil">
            <a:extLst>
              <a:ext uri="{FF2B5EF4-FFF2-40B4-BE49-F238E27FC236}">
                <a16:creationId xmlns:a16="http://schemas.microsoft.com/office/drawing/2014/main" id="{B313D64F-25FE-E156-5E93-638590E69F1F}"/>
              </a:ext>
            </a:extLst>
          </p:cNvPr>
          <p:cNvPicPr>
            <a:picLocks noChangeAspect="1" noChangeArrowheads="1"/>
          </p:cNvPicPr>
          <p:nvPr userDrawn="1"/>
        </p:nvPicPr>
        <p:blipFill>
          <a:blip r:embed="rId18" cstate="email">
            <a:extLst>
              <a:ext uri="{28A0092B-C50C-407E-A947-70E740481C1C}">
                <a14:useLocalDpi xmlns:a14="http://schemas.microsoft.com/office/drawing/2010/main"/>
              </a:ext>
            </a:extLst>
          </a:blip>
          <a:srcRect/>
          <a:stretch>
            <a:fillRect/>
          </a:stretch>
        </p:blipFill>
        <p:spPr bwMode="auto">
          <a:xfrm>
            <a:off x="9728595" y="532341"/>
            <a:ext cx="2276563" cy="357344"/>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1 Housing Management Software - Kanso Software">
            <a:extLst>
              <a:ext uri="{FF2B5EF4-FFF2-40B4-BE49-F238E27FC236}">
                <a16:creationId xmlns:a16="http://schemas.microsoft.com/office/drawing/2014/main" id="{2F734008-1DC9-49A8-C294-DA0EF1A0D022}"/>
              </a:ext>
            </a:extLst>
          </p:cNvPr>
          <p:cNvPicPr>
            <a:picLocks noChangeAspect="1" noChangeArrowheads="1"/>
          </p:cNvPicPr>
          <p:nvPr userDrawn="1"/>
        </p:nvPicPr>
        <p:blipFill rotWithShape="1">
          <a:blip r:embed="rId19" cstate="email">
            <a:extLst>
              <a:ext uri="{28A0092B-C50C-407E-A947-70E740481C1C}">
                <a14:useLocalDpi xmlns:a14="http://schemas.microsoft.com/office/drawing/2010/main"/>
              </a:ext>
            </a:extLst>
          </a:blip>
          <a:srcRect/>
          <a:stretch/>
        </p:blipFill>
        <p:spPr bwMode="auto">
          <a:xfrm>
            <a:off x="5612883" y="1487970"/>
            <a:ext cx="1309609" cy="627625"/>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6" descr="Credit Union Of Colorado Opens Its Newest Full-service Office In Broomfield">
            <a:extLst>
              <a:ext uri="{FF2B5EF4-FFF2-40B4-BE49-F238E27FC236}">
                <a16:creationId xmlns:a16="http://schemas.microsoft.com/office/drawing/2014/main" id="{C0D1F790-6DEA-7853-31B8-FBD914A52467}"/>
              </a:ext>
            </a:extLst>
          </p:cNvPr>
          <p:cNvPicPr>
            <a:picLocks noChangeAspect="1" noChangeArrowheads="1"/>
          </p:cNvPicPr>
          <p:nvPr userDrawn="1"/>
        </p:nvPicPr>
        <p:blipFill>
          <a:blip r:embed="rId20" cstate="email">
            <a:extLst>
              <a:ext uri="{28A0092B-C50C-407E-A947-70E740481C1C}">
                <a14:useLocalDpi xmlns:a14="http://schemas.microsoft.com/office/drawing/2010/main"/>
              </a:ext>
            </a:extLst>
          </a:blip>
          <a:srcRect/>
          <a:stretch>
            <a:fillRect/>
          </a:stretch>
        </p:blipFill>
        <p:spPr bwMode="auto">
          <a:xfrm>
            <a:off x="5364909" y="3607617"/>
            <a:ext cx="1884110" cy="543808"/>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a:extLst>
              <a:ext uri="{FF2B5EF4-FFF2-40B4-BE49-F238E27FC236}">
                <a16:creationId xmlns:a16="http://schemas.microsoft.com/office/drawing/2014/main" id="{F0B176F1-71AD-936E-DE6A-63C5E715B0EA}"/>
              </a:ext>
            </a:extLst>
          </p:cNvPr>
          <p:cNvPicPr>
            <a:picLocks noChangeAspect="1"/>
          </p:cNvPicPr>
          <p:nvPr userDrawn="1"/>
        </p:nvPicPr>
        <p:blipFill>
          <a:blip r:embed="rId21" cstate="email">
            <a:extLst>
              <a:ext uri="{28A0092B-C50C-407E-A947-70E740481C1C}">
                <a14:useLocalDpi xmlns:a14="http://schemas.microsoft.com/office/drawing/2010/main"/>
              </a:ext>
            </a:extLst>
          </a:blip>
          <a:stretch>
            <a:fillRect/>
          </a:stretch>
        </p:blipFill>
        <p:spPr>
          <a:xfrm>
            <a:off x="10039913" y="4586501"/>
            <a:ext cx="1739155" cy="655082"/>
          </a:xfrm>
          <a:prstGeom prst="rect">
            <a:avLst/>
          </a:prstGeom>
        </p:spPr>
      </p:pic>
      <p:pic>
        <p:nvPicPr>
          <p:cNvPr id="25" name="Picture 12">
            <a:extLst>
              <a:ext uri="{FF2B5EF4-FFF2-40B4-BE49-F238E27FC236}">
                <a16:creationId xmlns:a16="http://schemas.microsoft.com/office/drawing/2014/main" id="{E2FDFEBB-0206-591B-A13D-33A0E500E31F}"/>
              </a:ext>
            </a:extLst>
          </p:cNvPr>
          <p:cNvPicPr>
            <a:picLocks noChangeAspect="1" noChangeArrowheads="1"/>
          </p:cNvPicPr>
          <p:nvPr userDrawn="1"/>
        </p:nvPicPr>
        <p:blipFill rotWithShape="1">
          <a:blip r:embed="rId22" cstate="email">
            <a:extLst>
              <a:ext uri="{28A0092B-C50C-407E-A947-70E740481C1C}">
                <a14:useLocalDpi xmlns:a14="http://schemas.microsoft.com/office/drawing/2010/main"/>
              </a:ext>
            </a:extLst>
          </a:blip>
          <a:srcRect l="-567" t="26316" r="567" b="26871"/>
          <a:stretch/>
        </p:blipFill>
        <p:spPr bwMode="auto">
          <a:xfrm>
            <a:off x="5546458" y="4714182"/>
            <a:ext cx="1682386" cy="524094"/>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14" descr="PAIRIN | Career Planning Tools for Workforce, Students &amp; Government">
            <a:extLst>
              <a:ext uri="{FF2B5EF4-FFF2-40B4-BE49-F238E27FC236}">
                <a16:creationId xmlns:a16="http://schemas.microsoft.com/office/drawing/2014/main" id="{93805443-664C-5BAB-B97E-068646326190}"/>
              </a:ext>
            </a:extLst>
          </p:cNvPr>
          <p:cNvPicPr>
            <a:picLocks noChangeAspect="1" noChangeArrowheads="1"/>
          </p:cNvPicPr>
          <p:nvPr userDrawn="1"/>
        </p:nvPicPr>
        <p:blipFill>
          <a:blip r:embed="rId23" cstate="email">
            <a:extLst>
              <a:ext uri="{28A0092B-C50C-407E-A947-70E740481C1C}">
                <a14:useLocalDpi xmlns:a14="http://schemas.microsoft.com/office/drawing/2010/main"/>
              </a:ext>
            </a:extLst>
          </a:blip>
          <a:srcRect/>
          <a:stretch>
            <a:fillRect/>
          </a:stretch>
        </p:blipFill>
        <p:spPr bwMode="auto">
          <a:xfrm>
            <a:off x="2956613" y="4682460"/>
            <a:ext cx="1682386" cy="523409"/>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16" descr="Monarch Blackhawk Casino Jobs: Overview | Monarch Blackhawk Casino">
            <a:extLst>
              <a:ext uri="{FF2B5EF4-FFF2-40B4-BE49-F238E27FC236}">
                <a16:creationId xmlns:a16="http://schemas.microsoft.com/office/drawing/2014/main" id="{4E00BCC2-76ED-AA00-AE1A-0FBEF2BAF275}"/>
              </a:ext>
            </a:extLst>
          </p:cNvPr>
          <p:cNvPicPr>
            <a:picLocks noChangeAspect="1" noChangeArrowheads="1"/>
          </p:cNvPicPr>
          <p:nvPr userDrawn="1"/>
        </p:nvPicPr>
        <p:blipFill>
          <a:blip r:embed="rId24" cstate="email">
            <a:extLst>
              <a:ext uri="{28A0092B-C50C-407E-A947-70E740481C1C}">
                <a14:useLocalDpi xmlns:a14="http://schemas.microsoft.com/office/drawing/2010/main"/>
              </a:ext>
            </a:extLst>
          </a:blip>
          <a:srcRect/>
          <a:stretch>
            <a:fillRect/>
          </a:stretch>
        </p:blipFill>
        <p:spPr bwMode="auto">
          <a:xfrm>
            <a:off x="450312" y="3524424"/>
            <a:ext cx="2046400" cy="680535"/>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0" descr="Terumo Blood and Cell Technologies - Terumo BCT">
            <a:extLst>
              <a:ext uri="{FF2B5EF4-FFF2-40B4-BE49-F238E27FC236}">
                <a16:creationId xmlns:a16="http://schemas.microsoft.com/office/drawing/2014/main" id="{51B0A98B-5BE8-23DD-CB8E-2A612DCFEE43}"/>
              </a:ext>
            </a:extLst>
          </p:cNvPr>
          <p:cNvPicPr>
            <a:picLocks noChangeAspect="1" noChangeArrowheads="1"/>
          </p:cNvPicPr>
          <p:nvPr userDrawn="1"/>
        </p:nvPicPr>
        <p:blipFill rotWithShape="1">
          <a:blip r:embed="rId25" cstate="email">
            <a:extLst>
              <a:ext uri="{28A0092B-C50C-407E-A947-70E740481C1C}">
                <a14:useLocalDpi xmlns:a14="http://schemas.microsoft.com/office/drawing/2010/main"/>
              </a:ext>
            </a:extLst>
          </a:blip>
          <a:srcRect t="1" r="41454" b="-4192"/>
          <a:stretch/>
        </p:blipFill>
        <p:spPr bwMode="auto">
          <a:xfrm>
            <a:off x="5221887" y="501626"/>
            <a:ext cx="2076962" cy="36963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2" descr="Bank of America logo and symbol, meaning, history, PNG">
            <a:extLst>
              <a:ext uri="{FF2B5EF4-FFF2-40B4-BE49-F238E27FC236}">
                <a16:creationId xmlns:a16="http://schemas.microsoft.com/office/drawing/2014/main" id="{26A246AF-9006-739B-E47B-924F993B2559}"/>
              </a:ext>
            </a:extLst>
          </p:cNvPr>
          <p:cNvPicPr>
            <a:picLocks noChangeAspect="1" noChangeArrowheads="1"/>
          </p:cNvPicPr>
          <p:nvPr userDrawn="1"/>
        </p:nvPicPr>
        <p:blipFill>
          <a:blip r:embed="rId26" cstate="email">
            <a:extLst>
              <a:ext uri="{28A0092B-C50C-407E-A947-70E740481C1C}">
                <a14:useLocalDpi xmlns:a14="http://schemas.microsoft.com/office/drawing/2010/main"/>
              </a:ext>
            </a:extLst>
          </a:blip>
          <a:srcRect/>
          <a:stretch>
            <a:fillRect/>
          </a:stretch>
        </p:blipFill>
        <p:spPr bwMode="auto">
          <a:xfrm>
            <a:off x="705807" y="5576850"/>
            <a:ext cx="1350964" cy="756539"/>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6" descr="frenchcroissant | Freelance Logo Designer &amp; Book Cover Designer | Toronto,  Canada">
            <a:extLst>
              <a:ext uri="{FF2B5EF4-FFF2-40B4-BE49-F238E27FC236}">
                <a16:creationId xmlns:a16="http://schemas.microsoft.com/office/drawing/2014/main" id="{A29FA745-32D8-9F6C-496A-053923F566DD}"/>
              </a:ext>
            </a:extLst>
          </p:cNvPr>
          <p:cNvPicPr>
            <a:picLocks noChangeAspect="1" noChangeArrowheads="1"/>
          </p:cNvPicPr>
          <p:nvPr userDrawn="1"/>
        </p:nvPicPr>
        <p:blipFill rotWithShape="1">
          <a:blip r:embed="rId27" cstate="email">
            <a:extLst>
              <a:ext uri="{BEBA8EAE-BF5A-486C-A8C5-ECC9F3942E4B}">
                <a14:imgProps xmlns:a14="http://schemas.microsoft.com/office/drawing/2010/main">
                  <a14:imgLayer r:embed="rId28">
                    <a14:imgEffect>
                      <a14:brightnessContrast bright="20000" contrast="-20000"/>
                    </a14:imgEffect>
                  </a14:imgLayer>
                </a14:imgProps>
              </a:ext>
              <a:ext uri="{28A0092B-C50C-407E-A947-70E740481C1C}">
                <a14:useLocalDpi xmlns:a14="http://schemas.microsoft.com/office/drawing/2010/main"/>
              </a:ext>
            </a:extLst>
          </a:blip>
          <a:srcRect l="11014" t="59669" r="13983" b="13548"/>
          <a:stretch/>
        </p:blipFill>
        <p:spPr bwMode="auto">
          <a:xfrm>
            <a:off x="7528343" y="1497657"/>
            <a:ext cx="1993056" cy="53378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TeamLogic IT - Franchise Services Inc.">
            <a:extLst>
              <a:ext uri="{FF2B5EF4-FFF2-40B4-BE49-F238E27FC236}">
                <a16:creationId xmlns:a16="http://schemas.microsoft.com/office/drawing/2014/main" id="{F232AEF3-3573-9FD2-571A-212031EB4051}"/>
              </a:ext>
            </a:extLst>
          </p:cNvPr>
          <p:cNvPicPr>
            <a:picLocks noChangeAspect="1" noChangeArrowheads="1"/>
          </p:cNvPicPr>
          <p:nvPr userDrawn="1"/>
        </p:nvPicPr>
        <p:blipFill rotWithShape="1">
          <a:blip r:embed="rId29" cstate="email">
            <a:extLst>
              <a:ext uri="{28A0092B-C50C-407E-A947-70E740481C1C}">
                <a14:useLocalDpi xmlns:a14="http://schemas.microsoft.com/office/drawing/2010/main"/>
              </a:ext>
            </a:extLst>
          </a:blip>
          <a:srcRect b="37599"/>
          <a:stretch/>
        </p:blipFill>
        <p:spPr bwMode="auto">
          <a:xfrm>
            <a:off x="2843679" y="5690208"/>
            <a:ext cx="2119081" cy="528933"/>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4" descr="arrow-electronics-logo - Octavo Systems">
            <a:extLst>
              <a:ext uri="{FF2B5EF4-FFF2-40B4-BE49-F238E27FC236}">
                <a16:creationId xmlns:a16="http://schemas.microsoft.com/office/drawing/2014/main" id="{9820F438-BBF2-83A7-F9D3-2A6CC391A360}"/>
              </a:ext>
            </a:extLst>
          </p:cNvPr>
          <p:cNvPicPr>
            <a:picLocks noChangeAspect="1" noChangeArrowheads="1"/>
          </p:cNvPicPr>
          <p:nvPr userDrawn="1"/>
        </p:nvPicPr>
        <p:blipFill rotWithShape="1">
          <a:blip r:embed="rId30" cstate="email">
            <a:extLst>
              <a:ext uri="{28A0092B-C50C-407E-A947-70E740481C1C}">
                <a14:useLocalDpi xmlns:a14="http://schemas.microsoft.com/office/drawing/2010/main"/>
              </a:ext>
            </a:extLst>
          </a:blip>
          <a:srcRect t="29030" b="29865"/>
          <a:stretch/>
        </p:blipFill>
        <p:spPr bwMode="auto">
          <a:xfrm>
            <a:off x="10039913" y="3630775"/>
            <a:ext cx="1834420" cy="410129"/>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Dizzion Desktop as a Service News">
            <a:extLst>
              <a:ext uri="{FF2B5EF4-FFF2-40B4-BE49-F238E27FC236}">
                <a16:creationId xmlns:a16="http://schemas.microsoft.com/office/drawing/2014/main" id="{732634FE-6F42-493E-2E05-FCC97D409B66}"/>
              </a:ext>
            </a:extLst>
          </p:cNvPr>
          <p:cNvPicPr>
            <a:picLocks noChangeAspect="1" noChangeArrowheads="1"/>
          </p:cNvPicPr>
          <p:nvPr userDrawn="1"/>
        </p:nvPicPr>
        <p:blipFill>
          <a:blip r:embed="rId31">
            <a:extLst>
              <a:ext uri="{28A0092B-C50C-407E-A947-70E740481C1C}">
                <a14:useLocalDpi xmlns:a14="http://schemas.microsoft.com/office/drawing/2010/main" val="0"/>
              </a:ext>
            </a:extLst>
          </a:blip>
          <a:srcRect/>
          <a:stretch>
            <a:fillRect/>
          </a:stretch>
        </p:blipFill>
        <p:spPr bwMode="auto">
          <a:xfrm>
            <a:off x="2938834" y="2264458"/>
            <a:ext cx="1738884" cy="920254"/>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a:extLst>
              <a:ext uri="{FF2B5EF4-FFF2-40B4-BE49-F238E27FC236}">
                <a16:creationId xmlns:a16="http://schemas.microsoft.com/office/drawing/2014/main" id="{4845EF8B-791F-6E67-D037-03E7268E00A3}"/>
              </a:ext>
            </a:extLst>
          </p:cNvPr>
          <p:cNvPicPr>
            <a:picLocks noChangeAspect="1"/>
          </p:cNvPicPr>
          <p:nvPr userDrawn="1"/>
        </p:nvPicPr>
        <p:blipFill>
          <a:blip r:embed="rId32"/>
          <a:stretch>
            <a:fillRect/>
          </a:stretch>
        </p:blipFill>
        <p:spPr>
          <a:xfrm>
            <a:off x="5494803" y="5721558"/>
            <a:ext cx="1767614" cy="756539"/>
          </a:xfrm>
          <a:prstGeom prst="rect">
            <a:avLst/>
          </a:prstGeom>
        </p:spPr>
      </p:pic>
    </p:spTree>
    <p:extLst>
      <p:ext uri="{BB962C8B-B14F-4D97-AF65-F5344CB8AC3E}">
        <p14:creationId xmlns:p14="http://schemas.microsoft.com/office/powerpoint/2010/main" val="158970511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997A3-F8AD-FBF5-C9D6-9F8DE677FDEE}"/>
              </a:ext>
            </a:extLst>
          </p:cNvPr>
          <p:cNvSpPr>
            <a:spLocks noGrp="1"/>
          </p:cNvSpPr>
          <p:nvPr>
            <p:ph type="title"/>
          </p:nvPr>
        </p:nvSpPr>
        <p:spPr>
          <a:xfrm>
            <a:off x="831850" y="1010495"/>
            <a:ext cx="10515600" cy="2418506"/>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FCEAC6E-6A1F-BBAC-ADB1-BDB39F7928F6}"/>
              </a:ext>
            </a:extLst>
          </p:cNvPr>
          <p:cNvSpPr>
            <a:spLocks noGrp="1"/>
          </p:cNvSpPr>
          <p:nvPr>
            <p:ph type="body" idx="1"/>
          </p:nvPr>
        </p:nvSpPr>
        <p:spPr>
          <a:xfrm>
            <a:off x="831850" y="3578087"/>
            <a:ext cx="10515600" cy="1812320"/>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4A8784-9327-A3A5-89DA-3297764922E2}"/>
              </a:ext>
            </a:extLst>
          </p:cNvPr>
          <p:cNvSpPr>
            <a:spLocks noGrp="1"/>
          </p:cNvSpPr>
          <p:nvPr>
            <p:ph type="dt" sz="half" idx="10"/>
          </p:nvPr>
        </p:nvSpPr>
        <p:spPr/>
        <p:txBody>
          <a:bodyPr/>
          <a:lstStyle/>
          <a:p>
            <a:fld id="{C18F08A2-D5EE-A646-A14C-21C1383EDEE6}" type="datetime2">
              <a:rPr lang="en-US" smtClean="0"/>
              <a:t>Tuesday, March 11, 2025</a:t>
            </a:fld>
            <a:endParaRPr lang="en-US"/>
          </a:p>
        </p:txBody>
      </p:sp>
      <p:sp>
        <p:nvSpPr>
          <p:cNvPr id="5" name="Footer Placeholder 4">
            <a:extLst>
              <a:ext uri="{FF2B5EF4-FFF2-40B4-BE49-F238E27FC236}">
                <a16:creationId xmlns:a16="http://schemas.microsoft.com/office/drawing/2014/main" id="{9BA68BB9-31E7-2903-6E83-453F5525DF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8E2AF6-F3E7-0A33-C41B-5A31E316F15E}"/>
              </a:ext>
            </a:extLst>
          </p:cNvPr>
          <p:cNvSpPr>
            <a:spLocks noGrp="1"/>
          </p:cNvSpPr>
          <p:nvPr>
            <p:ph type="sldNum" sz="quarter" idx="12"/>
          </p:nvPr>
        </p:nvSpPr>
        <p:spPr/>
        <p:txBody>
          <a:bodyPr/>
          <a:lstStyle/>
          <a:p>
            <a:fld id="{17BDB469-BB8C-0C46-9793-E3A9CAC591C6}" type="slidenum">
              <a:rPr lang="en-US" smtClean="0"/>
              <a:t>‹#›</a:t>
            </a:fld>
            <a:endParaRPr lang="en-US"/>
          </a:p>
        </p:txBody>
      </p:sp>
    </p:spTree>
    <p:extLst>
      <p:ext uri="{BB962C8B-B14F-4D97-AF65-F5344CB8AC3E}">
        <p14:creationId xmlns:p14="http://schemas.microsoft.com/office/powerpoint/2010/main" val="33165425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AC945-4212-FC08-282A-BF7A20F0389D}"/>
              </a:ext>
            </a:extLst>
          </p:cNvPr>
          <p:cNvSpPr>
            <a:spLocks noGrp="1"/>
          </p:cNvSpPr>
          <p:nvPr>
            <p:ph type="title"/>
          </p:nvPr>
        </p:nvSpPr>
        <p:spPr/>
        <p:txBody>
          <a:bodyPr anchor="b"/>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F2473AA-86AB-818E-0DDF-432D8814AA50}"/>
              </a:ext>
            </a:extLst>
          </p:cNvPr>
          <p:cNvSpPr>
            <a:spLocks noGrp="1"/>
          </p:cNvSpPr>
          <p:nvPr>
            <p:ph sz="half" idx="1"/>
          </p:nvPr>
        </p:nvSpPr>
        <p:spPr>
          <a:xfrm>
            <a:off x="838200" y="1626845"/>
            <a:ext cx="5181600" cy="39125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D68760D-F02B-2679-4381-016BAB32AB72}"/>
              </a:ext>
            </a:extLst>
          </p:cNvPr>
          <p:cNvSpPr>
            <a:spLocks noGrp="1"/>
          </p:cNvSpPr>
          <p:nvPr>
            <p:ph sz="half" idx="2"/>
          </p:nvPr>
        </p:nvSpPr>
        <p:spPr>
          <a:xfrm>
            <a:off x="6172200" y="1626845"/>
            <a:ext cx="5181600" cy="39125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478A21D-16C7-7EE6-B1CF-DAE2683CBB0A}"/>
              </a:ext>
            </a:extLst>
          </p:cNvPr>
          <p:cNvSpPr>
            <a:spLocks noGrp="1"/>
          </p:cNvSpPr>
          <p:nvPr>
            <p:ph type="dt" sz="half" idx="10"/>
          </p:nvPr>
        </p:nvSpPr>
        <p:spPr/>
        <p:txBody>
          <a:bodyPr/>
          <a:lstStyle/>
          <a:p>
            <a:fld id="{A0C9AD16-1CCF-784B-9A71-18FA4AABEC33}" type="datetime2">
              <a:rPr lang="en-US" smtClean="0"/>
              <a:t>Tuesday, March 11, 2025</a:t>
            </a:fld>
            <a:endParaRPr lang="en-US"/>
          </a:p>
        </p:txBody>
      </p:sp>
      <p:sp>
        <p:nvSpPr>
          <p:cNvPr id="6" name="Footer Placeholder 5">
            <a:extLst>
              <a:ext uri="{FF2B5EF4-FFF2-40B4-BE49-F238E27FC236}">
                <a16:creationId xmlns:a16="http://schemas.microsoft.com/office/drawing/2014/main" id="{B72E83EF-700B-3030-CBCB-F68DB05617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9538BD-8B9A-BF20-9653-AE258598A416}"/>
              </a:ext>
            </a:extLst>
          </p:cNvPr>
          <p:cNvSpPr>
            <a:spLocks noGrp="1"/>
          </p:cNvSpPr>
          <p:nvPr>
            <p:ph type="sldNum" sz="quarter" idx="12"/>
          </p:nvPr>
        </p:nvSpPr>
        <p:spPr/>
        <p:txBody>
          <a:bodyPr/>
          <a:lstStyle/>
          <a:p>
            <a:fld id="{17BDB469-BB8C-0C46-9793-E3A9CAC591C6}" type="slidenum">
              <a:rPr lang="en-US" smtClean="0"/>
              <a:t>‹#›</a:t>
            </a:fld>
            <a:endParaRPr lang="en-US"/>
          </a:p>
        </p:txBody>
      </p:sp>
    </p:spTree>
    <p:extLst>
      <p:ext uri="{BB962C8B-B14F-4D97-AF65-F5344CB8AC3E}">
        <p14:creationId xmlns:p14="http://schemas.microsoft.com/office/powerpoint/2010/main" val="35722456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22861-F55D-6203-0095-4FDD5B993561}"/>
              </a:ext>
            </a:extLst>
          </p:cNvPr>
          <p:cNvSpPr>
            <a:spLocks noGrp="1"/>
          </p:cNvSpPr>
          <p:nvPr>
            <p:ph type="title"/>
          </p:nvPr>
        </p:nvSpPr>
        <p:spPr>
          <a:xfrm>
            <a:off x="839788" y="365126"/>
            <a:ext cx="10515600" cy="1042415"/>
          </a:xfrm>
        </p:spPr>
        <p:txBody>
          <a:bodyPr anchor="b"/>
          <a:lstStyle/>
          <a:p>
            <a:r>
              <a:rPr lang="en-US"/>
              <a:t>Click to edit Master title style</a:t>
            </a:r>
            <a:endParaRPr lang="en-US" dirty="0"/>
          </a:p>
        </p:txBody>
      </p:sp>
      <p:sp>
        <p:nvSpPr>
          <p:cNvPr id="3" name="Text Placeholder 2">
            <a:extLst>
              <a:ext uri="{FF2B5EF4-FFF2-40B4-BE49-F238E27FC236}">
                <a16:creationId xmlns:a16="http://schemas.microsoft.com/office/drawing/2014/main" id="{7A4467A8-0A6E-D3E8-4D04-4E24CDDE38BD}"/>
              </a:ext>
            </a:extLst>
          </p:cNvPr>
          <p:cNvSpPr>
            <a:spLocks noGrp="1"/>
          </p:cNvSpPr>
          <p:nvPr>
            <p:ph type="body" idx="1"/>
          </p:nvPr>
        </p:nvSpPr>
        <p:spPr>
          <a:xfrm>
            <a:off x="839788" y="1442627"/>
            <a:ext cx="5157787" cy="823912"/>
          </a:xfrm>
        </p:spPr>
        <p:txBody>
          <a:bodyPr anchor="b"/>
          <a:lstStyle>
            <a:lvl1pPr marL="0" indent="0">
              <a:buNone/>
              <a:defRPr sz="2400" b="1" baseline="0">
                <a:solidFill>
                  <a:schemeClr val="accent2"/>
                </a:solidFill>
                <a:latin typeface="Aleo"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712F832-1B78-8CB0-E05B-74FFC9D8D117}"/>
              </a:ext>
            </a:extLst>
          </p:cNvPr>
          <p:cNvSpPr>
            <a:spLocks noGrp="1"/>
          </p:cNvSpPr>
          <p:nvPr>
            <p:ph sz="half" idx="2"/>
          </p:nvPr>
        </p:nvSpPr>
        <p:spPr>
          <a:xfrm>
            <a:off x="839788" y="2412311"/>
            <a:ext cx="5157787" cy="30368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AA9D2C6-7D9F-8444-73B2-642EC792C312}"/>
              </a:ext>
            </a:extLst>
          </p:cNvPr>
          <p:cNvSpPr>
            <a:spLocks noGrp="1"/>
          </p:cNvSpPr>
          <p:nvPr>
            <p:ph type="body" sz="quarter" idx="3"/>
          </p:nvPr>
        </p:nvSpPr>
        <p:spPr>
          <a:xfrm>
            <a:off x="6172200" y="1442627"/>
            <a:ext cx="5183188" cy="823912"/>
          </a:xfrm>
        </p:spPr>
        <p:txBody>
          <a:bodyPr anchor="b"/>
          <a:lstStyle>
            <a:lvl1pPr marL="0" indent="0">
              <a:buNone/>
              <a:defRPr sz="2400" b="1" baseline="0">
                <a:solidFill>
                  <a:schemeClr val="accent1"/>
                </a:solidFill>
                <a:latin typeface="Aleo"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EF688B-8AF5-4525-16E5-B9533214E7DF}"/>
              </a:ext>
            </a:extLst>
          </p:cNvPr>
          <p:cNvSpPr>
            <a:spLocks noGrp="1"/>
          </p:cNvSpPr>
          <p:nvPr>
            <p:ph sz="quarter" idx="4"/>
          </p:nvPr>
        </p:nvSpPr>
        <p:spPr>
          <a:xfrm>
            <a:off x="6172200" y="2412311"/>
            <a:ext cx="5183188" cy="30368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0E380FC3-1891-1228-E006-9231A1C42294}"/>
              </a:ext>
            </a:extLst>
          </p:cNvPr>
          <p:cNvSpPr>
            <a:spLocks noGrp="1"/>
          </p:cNvSpPr>
          <p:nvPr>
            <p:ph type="dt" sz="half" idx="10"/>
          </p:nvPr>
        </p:nvSpPr>
        <p:spPr/>
        <p:txBody>
          <a:bodyPr/>
          <a:lstStyle/>
          <a:p>
            <a:fld id="{20FAB00B-7829-734B-9FC1-2062E09FA5DF}" type="datetime2">
              <a:rPr lang="en-US" smtClean="0"/>
              <a:t>Tuesday, March 11, 2025</a:t>
            </a:fld>
            <a:endParaRPr lang="en-US"/>
          </a:p>
        </p:txBody>
      </p:sp>
      <p:sp>
        <p:nvSpPr>
          <p:cNvPr id="8" name="Footer Placeholder 7">
            <a:extLst>
              <a:ext uri="{FF2B5EF4-FFF2-40B4-BE49-F238E27FC236}">
                <a16:creationId xmlns:a16="http://schemas.microsoft.com/office/drawing/2014/main" id="{ED06F920-44EF-AE8D-7C37-AB78EA79B18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ACE8E5F-44F1-274B-3F1E-6AD7ADC72387}"/>
              </a:ext>
            </a:extLst>
          </p:cNvPr>
          <p:cNvSpPr>
            <a:spLocks noGrp="1"/>
          </p:cNvSpPr>
          <p:nvPr>
            <p:ph type="sldNum" sz="quarter" idx="12"/>
          </p:nvPr>
        </p:nvSpPr>
        <p:spPr/>
        <p:txBody>
          <a:bodyPr/>
          <a:lstStyle/>
          <a:p>
            <a:fld id="{17BDB469-BB8C-0C46-9793-E3A9CAC591C6}" type="slidenum">
              <a:rPr lang="en-US" smtClean="0"/>
              <a:t>‹#›</a:t>
            </a:fld>
            <a:endParaRPr lang="en-US"/>
          </a:p>
        </p:txBody>
      </p:sp>
    </p:spTree>
    <p:extLst>
      <p:ext uri="{BB962C8B-B14F-4D97-AF65-F5344CB8AC3E}">
        <p14:creationId xmlns:p14="http://schemas.microsoft.com/office/powerpoint/2010/main" val="8453706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22861-F55D-6203-0095-4FDD5B993561}"/>
              </a:ext>
            </a:extLst>
          </p:cNvPr>
          <p:cNvSpPr>
            <a:spLocks noGrp="1"/>
          </p:cNvSpPr>
          <p:nvPr>
            <p:ph type="title"/>
          </p:nvPr>
        </p:nvSpPr>
        <p:spPr>
          <a:xfrm>
            <a:off x="839788" y="365126"/>
            <a:ext cx="10515600" cy="645758"/>
          </a:xfrm>
        </p:spPr>
        <p:txBody>
          <a:bodyPr anchor="t">
            <a:normAutofit/>
          </a:bodyPr>
          <a:lstStyle>
            <a:lvl1pPr>
              <a:defRPr sz="360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A4467A8-0A6E-D3E8-4D04-4E24CDDE38BD}"/>
              </a:ext>
            </a:extLst>
          </p:cNvPr>
          <p:cNvSpPr>
            <a:spLocks noGrp="1"/>
          </p:cNvSpPr>
          <p:nvPr>
            <p:ph type="body" idx="1"/>
          </p:nvPr>
        </p:nvSpPr>
        <p:spPr>
          <a:xfrm>
            <a:off x="839788" y="1049154"/>
            <a:ext cx="5157787" cy="823912"/>
          </a:xfrm>
        </p:spPr>
        <p:txBody>
          <a:bodyPr anchor="b">
            <a:normAutofit/>
          </a:bodyPr>
          <a:lstStyle>
            <a:lvl1pPr marL="0" indent="0">
              <a:buNone/>
              <a:defRPr sz="2800" b="0" i="0" baseline="0">
                <a:latin typeface="Aleo"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712F832-1B78-8CB0-E05B-74FFC9D8D117}"/>
              </a:ext>
            </a:extLst>
          </p:cNvPr>
          <p:cNvSpPr>
            <a:spLocks noGrp="1"/>
          </p:cNvSpPr>
          <p:nvPr>
            <p:ph sz="half" idx="2"/>
          </p:nvPr>
        </p:nvSpPr>
        <p:spPr>
          <a:xfrm>
            <a:off x="839788" y="1873066"/>
            <a:ext cx="5157787" cy="1587413"/>
          </a:xfrm>
        </p:spPr>
        <p:txBody>
          <a:bodyPr/>
          <a:lstStyle>
            <a:lvl1pPr>
              <a:defRPr sz="2400" baseline="0">
                <a:solidFill>
                  <a:schemeClr val="accent2"/>
                </a:solidFill>
              </a:defRPr>
            </a:lvl1pPr>
            <a:lvl2pPr>
              <a:defRPr sz="2000" baseline="0">
                <a:solidFill>
                  <a:schemeClr val="accent2"/>
                </a:solidFill>
              </a:defRPr>
            </a:lvl2pPr>
            <a:lvl3pPr>
              <a:defRPr sz="1800" baseline="0">
                <a:solidFill>
                  <a:schemeClr val="accent2"/>
                </a:solidFill>
              </a:defRPr>
            </a:lvl3pPr>
            <a:lvl4pPr>
              <a:defRPr sz="1400" baseline="0">
                <a:solidFill>
                  <a:schemeClr val="accent2"/>
                </a:solidFill>
              </a:defRPr>
            </a:lvl4pPr>
            <a:lvl5pPr>
              <a:defRPr sz="1400" baseline="0">
                <a:solidFill>
                  <a:schemeClr val="accent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AA9D2C6-7D9F-8444-73B2-642EC792C312}"/>
              </a:ext>
            </a:extLst>
          </p:cNvPr>
          <p:cNvSpPr>
            <a:spLocks noGrp="1"/>
          </p:cNvSpPr>
          <p:nvPr>
            <p:ph type="body" sz="quarter" idx="3"/>
          </p:nvPr>
        </p:nvSpPr>
        <p:spPr>
          <a:xfrm>
            <a:off x="6172200" y="1049154"/>
            <a:ext cx="5183188" cy="823912"/>
          </a:xfrm>
        </p:spPr>
        <p:txBody>
          <a:bodyPr anchor="b">
            <a:normAutofit/>
          </a:bodyPr>
          <a:lstStyle>
            <a:lvl1pPr marL="0" indent="0">
              <a:buNone/>
              <a:defRPr sz="2800" b="0" i="0" baseline="0">
                <a:latin typeface="Aleo"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EF688B-8AF5-4525-16E5-B9533214E7DF}"/>
              </a:ext>
            </a:extLst>
          </p:cNvPr>
          <p:cNvSpPr>
            <a:spLocks noGrp="1"/>
          </p:cNvSpPr>
          <p:nvPr>
            <p:ph sz="quarter" idx="4"/>
          </p:nvPr>
        </p:nvSpPr>
        <p:spPr>
          <a:xfrm>
            <a:off x="6172200" y="1873066"/>
            <a:ext cx="5183188" cy="1587413"/>
          </a:xfrm>
        </p:spPr>
        <p:txBody>
          <a:bodyPr/>
          <a:lstStyle>
            <a:lvl1pPr>
              <a:defRPr sz="2400" baseline="0">
                <a:solidFill>
                  <a:schemeClr val="accent1"/>
                </a:solidFill>
                <a:latin typeface="Open Sans" panose="020B0606030504020204" pitchFamily="34" charset="0"/>
              </a:defRPr>
            </a:lvl1pPr>
            <a:lvl2pPr>
              <a:defRPr sz="2000">
                <a:solidFill>
                  <a:schemeClr val="accent1"/>
                </a:solidFill>
              </a:defRPr>
            </a:lvl2pPr>
            <a:lvl3pPr>
              <a:defRPr sz="1800">
                <a:solidFill>
                  <a:schemeClr val="accent1"/>
                </a:solidFill>
              </a:defRPr>
            </a:lvl3pPr>
            <a:lvl4pPr>
              <a:defRPr sz="1400">
                <a:solidFill>
                  <a:schemeClr val="accent1"/>
                </a:solidFill>
              </a:defRPr>
            </a:lvl4pPr>
            <a:lvl5pPr>
              <a:defRPr sz="14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0E380FC3-1891-1228-E006-9231A1C42294}"/>
              </a:ext>
            </a:extLst>
          </p:cNvPr>
          <p:cNvSpPr>
            <a:spLocks noGrp="1"/>
          </p:cNvSpPr>
          <p:nvPr>
            <p:ph type="dt" sz="half" idx="10"/>
          </p:nvPr>
        </p:nvSpPr>
        <p:spPr/>
        <p:txBody>
          <a:bodyPr/>
          <a:lstStyle/>
          <a:p>
            <a:fld id="{20FAB00B-7829-734B-9FC1-2062E09FA5DF}" type="datetime2">
              <a:rPr lang="en-US" smtClean="0"/>
              <a:t>Tuesday, March 11, 2025</a:t>
            </a:fld>
            <a:endParaRPr lang="en-US"/>
          </a:p>
        </p:txBody>
      </p:sp>
      <p:sp>
        <p:nvSpPr>
          <p:cNvPr id="8" name="Footer Placeholder 7">
            <a:extLst>
              <a:ext uri="{FF2B5EF4-FFF2-40B4-BE49-F238E27FC236}">
                <a16:creationId xmlns:a16="http://schemas.microsoft.com/office/drawing/2014/main" id="{ED06F920-44EF-AE8D-7C37-AB78EA79B18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ACE8E5F-44F1-274B-3F1E-6AD7ADC72387}"/>
              </a:ext>
            </a:extLst>
          </p:cNvPr>
          <p:cNvSpPr>
            <a:spLocks noGrp="1"/>
          </p:cNvSpPr>
          <p:nvPr>
            <p:ph type="sldNum" sz="quarter" idx="12"/>
          </p:nvPr>
        </p:nvSpPr>
        <p:spPr/>
        <p:txBody>
          <a:bodyPr/>
          <a:lstStyle/>
          <a:p>
            <a:fld id="{17BDB469-BB8C-0C46-9793-E3A9CAC591C6}" type="slidenum">
              <a:rPr lang="en-US" smtClean="0"/>
              <a:t>‹#›</a:t>
            </a:fld>
            <a:endParaRPr lang="en-US"/>
          </a:p>
        </p:txBody>
      </p:sp>
      <p:pic>
        <p:nvPicPr>
          <p:cNvPr id="10" name="Picture 9">
            <a:extLst>
              <a:ext uri="{FF2B5EF4-FFF2-40B4-BE49-F238E27FC236}">
                <a16:creationId xmlns:a16="http://schemas.microsoft.com/office/drawing/2014/main" id="{2630539A-8D24-5447-CCE4-ABFCE3AF932F}"/>
              </a:ext>
            </a:extLst>
          </p:cNvPr>
          <p:cNvPicPr>
            <a:picLocks noChangeAspect="1"/>
          </p:cNvPicPr>
          <p:nvPr userDrawn="1"/>
        </p:nvPicPr>
        <p:blipFill>
          <a:blip r:embed="rId2"/>
          <a:stretch>
            <a:fillRect/>
          </a:stretch>
        </p:blipFill>
        <p:spPr>
          <a:xfrm>
            <a:off x="-1" y="4373465"/>
            <a:ext cx="12209419" cy="1511886"/>
          </a:xfrm>
          <a:prstGeom prst="rect">
            <a:avLst/>
          </a:prstGeom>
        </p:spPr>
      </p:pic>
      <p:sp>
        <p:nvSpPr>
          <p:cNvPr id="11" name="Isosceles Triangle 14">
            <a:extLst>
              <a:ext uri="{FF2B5EF4-FFF2-40B4-BE49-F238E27FC236}">
                <a16:creationId xmlns:a16="http://schemas.microsoft.com/office/drawing/2014/main" id="{779C03D0-3CB4-3404-9038-A60C25E87216}"/>
              </a:ext>
            </a:extLst>
          </p:cNvPr>
          <p:cNvSpPr/>
          <p:nvPr userDrawn="1"/>
        </p:nvSpPr>
        <p:spPr>
          <a:xfrm rot="16048920" flipV="1">
            <a:off x="3907416" y="2793972"/>
            <a:ext cx="304501" cy="6706016"/>
          </a:xfrm>
          <a:prstGeom prst="triangle">
            <a:avLst>
              <a:gd name="adj" fmla="val 75469"/>
            </a:avLst>
          </a:prstGeom>
          <a:solidFill>
            <a:srgbClr val="E4AC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5">
            <a:extLst>
              <a:ext uri="{FF2B5EF4-FFF2-40B4-BE49-F238E27FC236}">
                <a16:creationId xmlns:a16="http://schemas.microsoft.com/office/drawing/2014/main" id="{A49F26A5-6583-E027-79EC-0BA69C1A665A}"/>
              </a:ext>
            </a:extLst>
          </p:cNvPr>
          <p:cNvSpPr/>
          <p:nvPr userDrawn="1"/>
        </p:nvSpPr>
        <p:spPr>
          <a:xfrm rot="16200000" flipV="1">
            <a:off x="5958051" y="-72701"/>
            <a:ext cx="280976" cy="12197081"/>
          </a:xfrm>
          <a:prstGeom prst="triangle">
            <a:avLst>
              <a:gd name="adj" fmla="val 100000"/>
            </a:avLst>
          </a:prstGeom>
          <a:solidFill>
            <a:srgbClr val="137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Isosceles Triangle 16">
            <a:extLst>
              <a:ext uri="{FF2B5EF4-FFF2-40B4-BE49-F238E27FC236}">
                <a16:creationId xmlns:a16="http://schemas.microsoft.com/office/drawing/2014/main" id="{14F6F9A8-1403-D10D-C2DC-8C4F3A999DB1}"/>
              </a:ext>
            </a:extLst>
          </p:cNvPr>
          <p:cNvSpPr/>
          <p:nvPr userDrawn="1"/>
        </p:nvSpPr>
        <p:spPr>
          <a:xfrm rot="16200000" flipH="1">
            <a:off x="5989438" y="-1828822"/>
            <a:ext cx="247958" cy="12192004"/>
          </a:xfrm>
          <a:prstGeom prst="triangle">
            <a:avLst>
              <a:gd name="adj" fmla="val 100000"/>
            </a:avLst>
          </a:prstGeom>
          <a:solidFill>
            <a:srgbClr val="D754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7891609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22861-F55D-6203-0095-4FDD5B993561}"/>
              </a:ext>
            </a:extLst>
          </p:cNvPr>
          <p:cNvSpPr>
            <a:spLocks noGrp="1"/>
          </p:cNvSpPr>
          <p:nvPr>
            <p:ph type="title"/>
          </p:nvPr>
        </p:nvSpPr>
        <p:spPr>
          <a:xfrm>
            <a:off x="839788" y="365126"/>
            <a:ext cx="10515600" cy="645758"/>
          </a:xfrm>
        </p:spPr>
        <p:txBody>
          <a:bodyPr anchor="t">
            <a:normAutofit/>
          </a:bodyPr>
          <a:lstStyle>
            <a:lvl1pPr>
              <a:defRPr sz="360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A4467A8-0A6E-D3E8-4D04-4E24CDDE38BD}"/>
              </a:ext>
            </a:extLst>
          </p:cNvPr>
          <p:cNvSpPr>
            <a:spLocks noGrp="1"/>
          </p:cNvSpPr>
          <p:nvPr>
            <p:ph type="body" idx="1"/>
          </p:nvPr>
        </p:nvSpPr>
        <p:spPr>
          <a:xfrm>
            <a:off x="839788" y="1049154"/>
            <a:ext cx="10515600" cy="823912"/>
          </a:xfrm>
        </p:spPr>
        <p:txBody>
          <a:bodyPr anchor="b">
            <a:normAutofit/>
          </a:bodyPr>
          <a:lstStyle>
            <a:lvl1pPr marL="0" indent="0">
              <a:buNone/>
              <a:defRPr sz="2800" b="0" i="0" baseline="0">
                <a:latin typeface="Aleo"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712F832-1B78-8CB0-E05B-74FFC9D8D117}"/>
              </a:ext>
            </a:extLst>
          </p:cNvPr>
          <p:cNvSpPr>
            <a:spLocks noGrp="1"/>
          </p:cNvSpPr>
          <p:nvPr>
            <p:ph sz="half" idx="2"/>
          </p:nvPr>
        </p:nvSpPr>
        <p:spPr>
          <a:xfrm>
            <a:off x="839788" y="1873066"/>
            <a:ext cx="10515600" cy="1587413"/>
          </a:xfrm>
        </p:spPr>
        <p:txBody>
          <a:bodyPr/>
          <a:lstStyle>
            <a:lvl1pPr>
              <a:defRPr sz="2400" baseline="0">
                <a:solidFill>
                  <a:schemeClr val="accent2"/>
                </a:solidFill>
              </a:defRPr>
            </a:lvl1pPr>
            <a:lvl2pPr>
              <a:defRPr sz="2000" baseline="0">
                <a:solidFill>
                  <a:schemeClr val="accent2"/>
                </a:solidFill>
              </a:defRPr>
            </a:lvl2pPr>
            <a:lvl3pPr>
              <a:defRPr sz="1800" baseline="0">
                <a:solidFill>
                  <a:schemeClr val="accent2"/>
                </a:solidFill>
              </a:defRPr>
            </a:lvl3pPr>
            <a:lvl4pPr>
              <a:defRPr sz="1400" baseline="0">
                <a:solidFill>
                  <a:schemeClr val="accent2"/>
                </a:solidFill>
              </a:defRPr>
            </a:lvl4pPr>
            <a:lvl5pPr>
              <a:defRPr sz="1400" baseline="0">
                <a:solidFill>
                  <a:schemeClr val="accent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0E380FC3-1891-1228-E006-9231A1C42294}"/>
              </a:ext>
            </a:extLst>
          </p:cNvPr>
          <p:cNvSpPr>
            <a:spLocks noGrp="1"/>
          </p:cNvSpPr>
          <p:nvPr>
            <p:ph type="dt" sz="half" idx="10"/>
          </p:nvPr>
        </p:nvSpPr>
        <p:spPr/>
        <p:txBody>
          <a:bodyPr/>
          <a:lstStyle/>
          <a:p>
            <a:fld id="{20FAB00B-7829-734B-9FC1-2062E09FA5DF}" type="datetime2">
              <a:rPr lang="en-US" smtClean="0"/>
              <a:t>Tuesday, March 11, 2025</a:t>
            </a:fld>
            <a:endParaRPr lang="en-US"/>
          </a:p>
        </p:txBody>
      </p:sp>
      <p:sp>
        <p:nvSpPr>
          <p:cNvPr id="8" name="Footer Placeholder 7">
            <a:extLst>
              <a:ext uri="{FF2B5EF4-FFF2-40B4-BE49-F238E27FC236}">
                <a16:creationId xmlns:a16="http://schemas.microsoft.com/office/drawing/2014/main" id="{ED06F920-44EF-AE8D-7C37-AB78EA79B18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ACE8E5F-44F1-274B-3F1E-6AD7ADC72387}"/>
              </a:ext>
            </a:extLst>
          </p:cNvPr>
          <p:cNvSpPr>
            <a:spLocks noGrp="1"/>
          </p:cNvSpPr>
          <p:nvPr>
            <p:ph type="sldNum" sz="quarter" idx="12"/>
          </p:nvPr>
        </p:nvSpPr>
        <p:spPr/>
        <p:txBody>
          <a:bodyPr/>
          <a:lstStyle/>
          <a:p>
            <a:fld id="{17BDB469-BB8C-0C46-9793-E3A9CAC591C6}" type="slidenum">
              <a:rPr lang="en-US" smtClean="0"/>
              <a:t>‹#›</a:t>
            </a:fld>
            <a:endParaRPr lang="en-US"/>
          </a:p>
        </p:txBody>
      </p:sp>
      <p:sp>
        <p:nvSpPr>
          <p:cNvPr id="11" name="Isosceles Triangle 14">
            <a:extLst>
              <a:ext uri="{FF2B5EF4-FFF2-40B4-BE49-F238E27FC236}">
                <a16:creationId xmlns:a16="http://schemas.microsoft.com/office/drawing/2014/main" id="{779C03D0-3CB4-3404-9038-A60C25E87216}"/>
              </a:ext>
            </a:extLst>
          </p:cNvPr>
          <p:cNvSpPr/>
          <p:nvPr userDrawn="1"/>
        </p:nvSpPr>
        <p:spPr>
          <a:xfrm rot="16048920" flipV="1">
            <a:off x="3907416" y="2793972"/>
            <a:ext cx="304501" cy="6706016"/>
          </a:xfrm>
          <a:prstGeom prst="triangle">
            <a:avLst>
              <a:gd name="adj" fmla="val 75469"/>
            </a:avLst>
          </a:prstGeom>
          <a:solidFill>
            <a:srgbClr val="E4AC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5">
            <a:extLst>
              <a:ext uri="{FF2B5EF4-FFF2-40B4-BE49-F238E27FC236}">
                <a16:creationId xmlns:a16="http://schemas.microsoft.com/office/drawing/2014/main" id="{A49F26A5-6583-E027-79EC-0BA69C1A665A}"/>
              </a:ext>
            </a:extLst>
          </p:cNvPr>
          <p:cNvSpPr/>
          <p:nvPr userDrawn="1"/>
        </p:nvSpPr>
        <p:spPr>
          <a:xfrm rot="16200000" flipV="1">
            <a:off x="5958051" y="-72701"/>
            <a:ext cx="280976" cy="12197081"/>
          </a:xfrm>
          <a:prstGeom prst="triangle">
            <a:avLst>
              <a:gd name="adj" fmla="val 100000"/>
            </a:avLst>
          </a:prstGeom>
          <a:solidFill>
            <a:srgbClr val="137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Isosceles Triangle 16">
            <a:extLst>
              <a:ext uri="{FF2B5EF4-FFF2-40B4-BE49-F238E27FC236}">
                <a16:creationId xmlns:a16="http://schemas.microsoft.com/office/drawing/2014/main" id="{14F6F9A8-1403-D10D-C2DC-8C4F3A999DB1}"/>
              </a:ext>
            </a:extLst>
          </p:cNvPr>
          <p:cNvSpPr/>
          <p:nvPr userDrawn="1"/>
        </p:nvSpPr>
        <p:spPr>
          <a:xfrm rot="16200000" flipH="1">
            <a:off x="5989438" y="-1828822"/>
            <a:ext cx="247958" cy="12192004"/>
          </a:xfrm>
          <a:prstGeom prst="triangle">
            <a:avLst>
              <a:gd name="adj" fmla="val 100000"/>
            </a:avLst>
          </a:prstGeom>
          <a:solidFill>
            <a:srgbClr val="D754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0805304A-8B79-5E4B-DEA9-B65DBF7BB4A9}"/>
              </a:ext>
            </a:extLst>
          </p:cNvPr>
          <p:cNvSpPr>
            <a:spLocks noGrp="1"/>
          </p:cNvSpPr>
          <p:nvPr>
            <p:ph type="body" sz="quarter" idx="13"/>
          </p:nvPr>
        </p:nvSpPr>
        <p:spPr>
          <a:xfrm>
            <a:off x="0" y="4391025"/>
            <a:ext cx="12209463" cy="1493838"/>
          </a:xfrm>
          <a:solidFill>
            <a:schemeClr val="tx2"/>
          </a:solidFill>
        </p:spPr>
        <p:txBody>
          <a:bodyPr anchor="ctr"/>
          <a:lstStyle>
            <a:lvl1pPr algn="ctr">
              <a:defRPr>
                <a:solidFill>
                  <a:schemeClr val="bg1"/>
                </a:solidFill>
                <a:latin typeface="Aleo" pitchFamily="2" charset="77"/>
              </a:defRPr>
            </a:lvl1pPr>
            <a:lvl2pPr algn="ctr">
              <a:defRPr>
                <a:solidFill>
                  <a:schemeClr val="bg1"/>
                </a:solidFill>
                <a:latin typeface="Open Sans" panose="020B0606030504020204" pitchFamily="34" charset="0"/>
                <a:ea typeface="Open Sans" panose="020B0606030504020204" pitchFamily="34" charset="0"/>
                <a:cs typeface="Open Sans" panose="020B0606030504020204" pitchFamily="34" charset="0"/>
              </a:defRPr>
            </a:lvl2pPr>
            <a:lvl3pPr algn="ctr">
              <a:defRPr>
                <a:solidFill>
                  <a:schemeClr val="bg1"/>
                </a:solidFill>
                <a:latin typeface="Open Sans" panose="020B0606030504020204" pitchFamily="34" charset="0"/>
                <a:ea typeface="Open Sans" panose="020B0606030504020204" pitchFamily="34" charset="0"/>
                <a:cs typeface="Open Sans" panose="020B0606030504020204" pitchFamily="34" charset="0"/>
              </a:defRPr>
            </a:lvl3pPr>
            <a:lvl4pPr algn="ctr">
              <a:defRPr>
                <a:solidFill>
                  <a:schemeClr val="bg1"/>
                </a:solidFill>
                <a:latin typeface="Open Sans" panose="020B0606030504020204" pitchFamily="34" charset="0"/>
                <a:ea typeface="Open Sans" panose="020B0606030504020204" pitchFamily="34" charset="0"/>
                <a:cs typeface="Open Sans" panose="020B0606030504020204" pitchFamily="34" charset="0"/>
              </a:defRPr>
            </a:lvl4pPr>
            <a:lvl5pPr algn="ctr">
              <a:defRPr>
                <a:solidFill>
                  <a:schemeClr val="bg1"/>
                </a:solidFill>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5467020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F622F-9924-64A5-84DE-4478A5A25DDB}"/>
              </a:ext>
            </a:extLst>
          </p:cNvPr>
          <p:cNvSpPr>
            <a:spLocks noGrp="1"/>
          </p:cNvSpPr>
          <p:nvPr>
            <p:ph type="title"/>
          </p:nvPr>
        </p:nvSpPr>
        <p:spPr/>
        <p:txBody>
          <a:bodyPr anchor="b"/>
          <a:lstStyle/>
          <a:p>
            <a:r>
              <a:rPr lang="en-US"/>
              <a:t>Click to edit Master title style</a:t>
            </a:r>
            <a:endParaRPr lang="en-US" dirty="0"/>
          </a:p>
        </p:txBody>
      </p:sp>
      <p:sp>
        <p:nvSpPr>
          <p:cNvPr id="3" name="Date Placeholder 2">
            <a:extLst>
              <a:ext uri="{FF2B5EF4-FFF2-40B4-BE49-F238E27FC236}">
                <a16:creationId xmlns:a16="http://schemas.microsoft.com/office/drawing/2014/main" id="{E89147AE-BCC9-D843-7E96-837E46D80CBF}"/>
              </a:ext>
            </a:extLst>
          </p:cNvPr>
          <p:cNvSpPr>
            <a:spLocks noGrp="1"/>
          </p:cNvSpPr>
          <p:nvPr>
            <p:ph type="dt" sz="half" idx="10"/>
          </p:nvPr>
        </p:nvSpPr>
        <p:spPr/>
        <p:txBody>
          <a:bodyPr/>
          <a:lstStyle/>
          <a:p>
            <a:fld id="{882CA613-8136-A342-B329-48E767C6F7F1}" type="datetime2">
              <a:rPr lang="en-US" smtClean="0"/>
              <a:t>Tuesday, March 11, 2025</a:t>
            </a:fld>
            <a:endParaRPr lang="en-US"/>
          </a:p>
        </p:txBody>
      </p:sp>
      <p:sp>
        <p:nvSpPr>
          <p:cNvPr id="4" name="Footer Placeholder 3">
            <a:extLst>
              <a:ext uri="{FF2B5EF4-FFF2-40B4-BE49-F238E27FC236}">
                <a16:creationId xmlns:a16="http://schemas.microsoft.com/office/drawing/2014/main" id="{4711BDB7-8CB2-3074-1F15-8CD9D77E3C3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6CCDBD6-1DC1-7B08-0DAD-B98AEC3D6AFF}"/>
              </a:ext>
            </a:extLst>
          </p:cNvPr>
          <p:cNvSpPr>
            <a:spLocks noGrp="1"/>
          </p:cNvSpPr>
          <p:nvPr>
            <p:ph type="sldNum" sz="quarter" idx="12"/>
          </p:nvPr>
        </p:nvSpPr>
        <p:spPr/>
        <p:txBody>
          <a:bodyPr/>
          <a:lstStyle/>
          <a:p>
            <a:fld id="{17BDB469-BB8C-0C46-9793-E3A9CAC591C6}" type="slidenum">
              <a:rPr lang="en-US" smtClean="0"/>
              <a:t>‹#›</a:t>
            </a:fld>
            <a:endParaRPr lang="en-US"/>
          </a:p>
        </p:txBody>
      </p:sp>
    </p:spTree>
    <p:extLst>
      <p:ext uri="{BB962C8B-B14F-4D97-AF65-F5344CB8AC3E}">
        <p14:creationId xmlns:p14="http://schemas.microsoft.com/office/powerpoint/2010/main" val="90239558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65E69D-463C-E4DF-5AFC-055A79C9F556}"/>
              </a:ext>
            </a:extLst>
          </p:cNvPr>
          <p:cNvSpPr>
            <a:spLocks noGrp="1"/>
          </p:cNvSpPr>
          <p:nvPr>
            <p:ph type="dt" sz="half" idx="10"/>
          </p:nvPr>
        </p:nvSpPr>
        <p:spPr/>
        <p:txBody>
          <a:bodyPr/>
          <a:lstStyle/>
          <a:p>
            <a:fld id="{0F526ED0-5639-2240-BE6F-8BE6DCEDBDDF}" type="datetime2">
              <a:rPr lang="en-US" smtClean="0"/>
              <a:t>Tuesday, March 11, 2025</a:t>
            </a:fld>
            <a:endParaRPr lang="en-US"/>
          </a:p>
        </p:txBody>
      </p:sp>
      <p:sp>
        <p:nvSpPr>
          <p:cNvPr id="3" name="Footer Placeholder 2">
            <a:extLst>
              <a:ext uri="{FF2B5EF4-FFF2-40B4-BE49-F238E27FC236}">
                <a16:creationId xmlns:a16="http://schemas.microsoft.com/office/drawing/2014/main" id="{7A43DB76-7C17-2D9F-E6F7-C717CF819AA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16DF2E3-374C-73BB-575D-6EF1DA141C48}"/>
              </a:ext>
            </a:extLst>
          </p:cNvPr>
          <p:cNvSpPr>
            <a:spLocks noGrp="1"/>
          </p:cNvSpPr>
          <p:nvPr>
            <p:ph type="sldNum" sz="quarter" idx="12"/>
          </p:nvPr>
        </p:nvSpPr>
        <p:spPr/>
        <p:txBody>
          <a:bodyPr/>
          <a:lstStyle/>
          <a:p>
            <a:fld id="{17BDB469-BB8C-0C46-9793-E3A9CAC591C6}" type="slidenum">
              <a:rPr lang="en-US" smtClean="0"/>
              <a:t>‹#›</a:t>
            </a:fld>
            <a:endParaRPr lang="en-US"/>
          </a:p>
        </p:txBody>
      </p:sp>
    </p:spTree>
    <p:extLst>
      <p:ext uri="{BB962C8B-B14F-4D97-AF65-F5344CB8AC3E}">
        <p14:creationId xmlns:p14="http://schemas.microsoft.com/office/powerpoint/2010/main" val="124223759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6" name="Picture Placeholder 35">
            <a:extLst>
              <a:ext uri="{FF2B5EF4-FFF2-40B4-BE49-F238E27FC236}">
                <a16:creationId xmlns:a16="http://schemas.microsoft.com/office/drawing/2014/main" id="{0412FF8B-6C36-EE6A-4CB9-B2D6E8E9DDFD}"/>
              </a:ext>
            </a:extLst>
          </p:cNvPr>
          <p:cNvSpPr>
            <a:spLocks noGrp="1"/>
          </p:cNvSpPr>
          <p:nvPr>
            <p:ph type="pic" sz="quarter" idx="24"/>
          </p:nvPr>
        </p:nvSpPr>
        <p:spPr>
          <a:xfrm>
            <a:off x="619710" y="1212105"/>
            <a:ext cx="2398682" cy="2392088"/>
          </a:xfrm>
          <a:custGeom>
            <a:avLst/>
            <a:gdLst>
              <a:gd name="connsiteX0" fmla="*/ 1073887 w 2398682"/>
              <a:gd name="connsiteY0" fmla="*/ 0 h 2392088"/>
              <a:gd name="connsiteX1" fmla="*/ 1324827 w 2398682"/>
              <a:gd name="connsiteY1" fmla="*/ 0 h 2392088"/>
              <a:gd name="connsiteX2" fmla="*/ 1441069 w 2398682"/>
              <a:gd name="connsiteY2" fmla="*/ 17741 h 2392088"/>
              <a:gd name="connsiteX3" fmla="*/ 2392522 w 2398682"/>
              <a:gd name="connsiteY3" fmla="*/ 1070104 h 2392088"/>
              <a:gd name="connsiteX4" fmla="*/ 2398682 w 2398682"/>
              <a:gd name="connsiteY4" fmla="*/ 1192098 h 2392088"/>
              <a:gd name="connsiteX5" fmla="*/ 2398682 w 2398682"/>
              <a:gd name="connsiteY5" fmla="*/ 1193365 h 2392088"/>
              <a:gd name="connsiteX6" fmla="*/ 2392522 w 2398682"/>
              <a:gd name="connsiteY6" fmla="*/ 1315358 h 2392088"/>
              <a:gd name="connsiteX7" fmla="*/ 1199357 w 2398682"/>
              <a:gd name="connsiteY7" fmla="*/ 2392088 h 2392088"/>
              <a:gd name="connsiteX8" fmla="*/ 0 w 2398682"/>
              <a:gd name="connsiteY8" fmla="*/ 1192731 h 2392088"/>
              <a:gd name="connsiteX9" fmla="*/ 957645 w 2398682"/>
              <a:gd name="connsiteY9" fmla="*/ 17741 h 2392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8682" h="2392088">
                <a:moveTo>
                  <a:pt x="1073887" y="0"/>
                </a:moveTo>
                <a:lnTo>
                  <a:pt x="1324827" y="0"/>
                </a:lnTo>
                <a:lnTo>
                  <a:pt x="1441069" y="17741"/>
                </a:lnTo>
                <a:cubicBezTo>
                  <a:pt x="1948559" y="121588"/>
                  <a:pt x="2339292" y="545958"/>
                  <a:pt x="2392522" y="1070104"/>
                </a:cubicBezTo>
                <a:lnTo>
                  <a:pt x="2398682" y="1192098"/>
                </a:lnTo>
                <a:lnTo>
                  <a:pt x="2398682" y="1193365"/>
                </a:lnTo>
                <a:lnTo>
                  <a:pt x="2392522" y="1315358"/>
                </a:lnTo>
                <a:cubicBezTo>
                  <a:pt x="2331103" y="1920142"/>
                  <a:pt x="1820345" y="2392088"/>
                  <a:pt x="1199357" y="2392088"/>
                </a:cubicBezTo>
                <a:cubicBezTo>
                  <a:pt x="536970" y="2392088"/>
                  <a:pt x="0" y="1855118"/>
                  <a:pt x="0" y="1192731"/>
                </a:cubicBezTo>
                <a:cubicBezTo>
                  <a:pt x="0" y="613142"/>
                  <a:pt x="411118" y="129576"/>
                  <a:pt x="957645" y="17741"/>
                </a:cubicBezTo>
                <a:close/>
              </a:path>
            </a:pathLst>
          </a:custGeom>
        </p:spPr>
        <p:txBody>
          <a:bodyPr wrap="square" anchor="ctr">
            <a:noAutofit/>
          </a:bodyPr>
          <a:lstStyle>
            <a:lvl1pPr algn="ctr">
              <a:defRPr/>
            </a:lvl1pPr>
          </a:lstStyle>
          <a:p>
            <a:r>
              <a:rPr lang="en-US"/>
              <a:t>Click icon to add picture</a:t>
            </a:r>
            <a:endParaRPr lang="en-US" dirty="0"/>
          </a:p>
        </p:txBody>
      </p:sp>
      <p:sp>
        <p:nvSpPr>
          <p:cNvPr id="37" name="Picture Placeholder 36">
            <a:extLst>
              <a:ext uri="{FF2B5EF4-FFF2-40B4-BE49-F238E27FC236}">
                <a16:creationId xmlns:a16="http://schemas.microsoft.com/office/drawing/2014/main" id="{D0560297-2A5F-0108-D119-B6789CCFA556}"/>
              </a:ext>
            </a:extLst>
          </p:cNvPr>
          <p:cNvSpPr>
            <a:spLocks noGrp="1"/>
          </p:cNvSpPr>
          <p:nvPr>
            <p:ph type="pic" sz="quarter" idx="25"/>
          </p:nvPr>
        </p:nvSpPr>
        <p:spPr>
          <a:xfrm>
            <a:off x="2793066" y="2153009"/>
            <a:ext cx="2398682" cy="2392088"/>
          </a:xfrm>
          <a:custGeom>
            <a:avLst/>
            <a:gdLst>
              <a:gd name="connsiteX0" fmla="*/ 1073887 w 2398682"/>
              <a:gd name="connsiteY0" fmla="*/ 0 h 2392088"/>
              <a:gd name="connsiteX1" fmla="*/ 1324827 w 2398682"/>
              <a:gd name="connsiteY1" fmla="*/ 0 h 2392088"/>
              <a:gd name="connsiteX2" fmla="*/ 1441069 w 2398682"/>
              <a:gd name="connsiteY2" fmla="*/ 17741 h 2392088"/>
              <a:gd name="connsiteX3" fmla="*/ 2392522 w 2398682"/>
              <a:gd name="connsiteY3" fmla="*/ 1070104 h 2392088"/>
              <a:gd name="connsiteX4" fmla="*/ 2398682 w 2398682"/>
              <a:gd name="connsiteY4" fmla="*/ 1192098 h 2392088"/>
              <a:gd name="connsiteX5" fmla="*/ 2398682 w 2398682"/>
              <a:gd name="connsiteY5" fmla="*/ 1193365 h 2392088"/>
              <a:gd name="connsiteX6" fmla="*/ 2392522 w 2398682"/>
              <a:gd name="connsiteY6" fmla="*/ 1315358 h 2392088"/>
              <a:gd name="connsiteX7" fmla="*/ 1199357 w 2398682"/>
              <a:gd name="connsiteY7" fmla="*/ 2392088 h 2392088"/>
              <a:gd name="connsiteX8" fmla="*/ 0 w 2398682"/>
              <a:gd name="connsiteY8" fmla="*/ 1192731 h 2392088"/>
              <a:gd name="connsiteX9" fmla="*/ 957645 w 2398682"/>
              <a:gd name="connsiteY9" fmla="*/ 17741 h 2392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8682" h="2392088">
                <a:moveTo>
                  <a:pt x="1073887" y="0"/>
                </a:moveTo>
                <a:lnTo>
                  <a:pt x="1324827" y="0"/>
                </a:lnTo>
                <a:lnTo>
                  <a:pt x="1441069" y="17741"/>
                </a:lnTo>
                <a:cubicBezTo>
                  <a:pt x="1948559" y="121588"/>
                  <a:pt x="2339292" y="545958"/>
                  <a:pt x="2392522" y="1070104"/>
                </a:cubicBezTo>
                <a:lnTo>
                  <a:pt x="2398682" y="1192098"/>
                </a:lnTo>
                <a:lnTo>
                  <a:pt x="2398682" y="1193365"/>
                </a:lnTo>
                <a:lnTo>
                  <a:pt x="2392522" y="1315358"/>
                </a:lnTo>
                <a:cubicBezTo>
                  <a:pt x="2331103" y="1920142"/>
                  <a:pt x="1820345" y="2392088"/>
                  <a:pt x="1199357" y="2392088"/>
                </a:cubicBezTo>
                <a:cubicBezTo>
                  <a:pt x="536970" y="2392088"/>
                  <a:pt x="0" y="1855118"/>
                  <a:pt x="0" y="1192731"/>
                </a:cubicBezTo>
                <a:cubicBezTo>
                  <a:pt x="0" y="613142"/>
                  <a:pt x="411118" y="129576"/>
                  <a:pt x="957645" y="17741"/>
                </a:cubicBezTo>
                <a:close/>
              </a:path>
            </a:pathLst>
          </a:custGeom>
        </p:spPr>
        <p:txBody>
          <a:bodyPr wrap="square" anchor="ctr">
            <a:noAutofit/>
          </a:bodyPr>
          <a:lstStyle>
            <a:lvl1pPr algn="ctr">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7953F723-B415-E797-D12C-8E0EB096333F}"/>
              </a:ext>
            </a:extLst>
          </p:cNvPr>
          <p:cNvSpPr>
            <a:spLocks noGrp="1"/>
          </p:cNvSpPr>
          <p:nvPr>
            <p:ph type="pic" sz="quarter" idx="26"/>
          </p:nvPr>
        </p:nvSpPr>
        <p:spPr>
          <a:xfrm>
            <a:off x="4966422" y="1212105"/>
            <a:ext cx="2398682" cy="2392088"/>
          </a:xfrm>
          <a:custGeom>
            <a:avLst/>
            <a:gdLst>
              <a:gd name="connsiteX0" fmla="*/ 1073887 w 2398682"/>
              <a:gd name="connsiteY0" fmla="*/ 0 h 2392088"/>
              <a:gd name="connsiteX1" fmla="*/ 1324827 w 2398682"/>
              <a:gd name="connsiteY1" fmla="*/ 0 h 2392088"/>
              <a:gd name="connsiteX2" fmla="*/ 1441069 w 2398682"/>
              <a:gd name="connsiteY2" fmla="*/ 17741 h 2392088"/>
              <a:gd name="connsiteX3" fmla="*/ 2392522 w 2398682"/>
              <a:gd name="connsiteY3" fmla="*/ 1070104 h 2392088"/>
              <a:gd name="connsiteX4" fmla="*/ 2398682 w 2398682"/>
              <a:gd name="connsiteY4" fmla="*/ 1192098 h 2392088"/>
              <a:gd name="connsiteX5" fmla="*/ 2398682 w 2398682"/>
              <a:gd name="connsiteY5" fmla="*/ 1193365 h 2392088"/>
              <a:gd name="connsiteX6" fmla="*/ 2392522 w 2398682"/>
              <a:gd name="connsiteY6" fmla="*/ 1315358 h 2392088"/>
              <a:gd name="connsiteX7" fmla="*/ 1199357 w 2398682"/>
              <a:gd name="connsiteY7" fmla="*/ 2392088 h 2392088"/>
              <a:gd name="connsiteX8" fmla="*/ 0 w 2398682"/>
              <a:gd name="connsiteY8" fmla="*/ 1192731 h 2392088"/>
              <a:gd name="connsiteX9" fmla="*/ 957645 w 2398682"/>
              <a:gd name="connsiteY9" fmla="*/ 17741 h 2392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8682" h="2392088">
                <a:moveTo>
                  <a:pt x="1073887" y="0"/>
                </a:moveTo>
                <a:lnTo>
                  <a:pt x="1324827" y="0"/>
                </a:lnTo>
                <a:lnTo>
                  <a:pt x="1441069" y="17741"/>
                </a:lnTo>
                <a:cubicBezTo>
                  <a:pt x="1948559" y="121588"/>
                  <a:pt x="2339292" y="545958"/>
                  <a:pt x="2392522" y="1070104"/>
                </a:cubicBezTo>
                <a:lnTo>
                  <a:pt x="2398682" y="1192098"/>
                </a:lnTo>
                <a:lnTo>
                  <a:pt x="2398682" y="1193365"/>
                </a:lnTo>
                <a:lnTo>
                  <a:pt x="2392522" y="1315358"/>
                </a:lnTo>
                <a:cubicBezTo>
                  <a:pt x="2331103" y="1920142"/>
                  <a:pt x="1820345" y="2392088"/>
                  <a:pt x="1199357" y="2392088"/>
                </a:cubicBezTo>
                <a:cubicBezTo>
                  <a:pt x="536970" y="2392088"/>
                  <a:pt x="0" y="1855118"/>
                  <a:pt x="0" y="1192731"/>
                </a:cubicBezTo>
                <a:cubicBezTo>
                  <a:pt x="0" y="613142"/>
                  <a:pt x="411118" y="129576"/>
                  <a:pt x="957645" y="17741"/>
                </a:cubicBezTo>
                <a:close/>
              </a:path>
            </a:pathLst>
          </a:custGeom>
        </p:spPr>
        <p:txBody>
          <a:bodyPr wrap="square" anchor="ctr">
            <a:noAutofit/>
          </a:bodyPr>
          <a:lstStyle>
            <a:lvl1pPr algn="ctr">
              <a:defRPr/>
            </a:lvl1pPr>
          </a:lstStyle>
          <a:p>
            <a:r>
              <a:rPr lang="en-US"/>
              <a:t>Click icon to add picture</a:t>
            </a:r>
            <a:endParaRPr lang="en-US" dirty="0"/>
          </a:p>
        </p:txBody>
      </p:sp>
      <p:sp>
        <p:nvSpPr>
          <p:cNvPr id="39" name="Picture Placeholder 38">
            <a:extLst>
              <a:ext uri="{FF2B5EF4-FFF2-40B4-BE49-F238E27FC236}">
                <a16:creationId xmlns:a16="http://schemas.microsoft.com/office/drawing/2014/main" id="{9488ED7B-1C21-700B-DF5A-0919C6F02738}"/>
              </a:ext>
            </a:extLst>
          </p:cNvPr>
          <p:cNvSpPr>
            <a:spLocks noGrp="1"/>
          </p:cNvSpPr>
          <p:nvPr>
            <p:ph type="pic" sz="quarter" idx="27"/>
          </p:nvPr>
        </p:nvSpPr>
        <p:spPr>
          <a:xfrm>
            <a:off x="7139778" y="2153009"/>
            <a:ext cx="2398682" cy="2392088"/>
          </a:xfrm>
          <a:custGeom>
            <a:avLst/>
            <a:gdLst>
              <a:gd name="connsiteX0" fmla="*/ 1073887 w 2398682"/>
              <a:gd name="connsiteY0" fmla="*/ 0 h 2392088"/>
              <a:gd name="connsiteX1" fmla="*/ 1324827 w 2398682"/>
              <a:gd name="connsiteY1" fmla="*/ 0 h 2392088"/>
              <a:gd name="connsiteX2" fmla="*/ 1441069 w 2398682"/>
              <a:gd name="connsiteY2" fmla="*/ 17741 h 2392088"/>
              <a:gd name="connsiteX3" fmla="*/ 2392522 w 2398682"/>
              <a:gd name="connsiteY3" fmla="*/ 1070104 h 2392088"/>
              <a:gd name="connsiteX4" fmla="*/ 2398682 w 2398682"/>
              <a:gd name="connsiteY4" fmla="*/ 1192098 h 2392088"/>
              <a:gd name="connsiteX5" fmla="*/ 2398682 w 2398682"/>
              <a:gd name="connsiteY5" fmla="*/ 1193365 h 2392088"/>
              <a:gd name="connsiteX6" fmla="*/ 2392522 w 2398682"/>
              <a:gd name="connsiteY6" fmla="*/ 1315358 h 2392088"/>
              <a:gd name="connsiteX7" fmla="*/ 1199357 w 2398682"/>
              <a:gd name="connsiteY7" fmla="*/ 2392088 h 2392088"/>
              <a:gd name="connsiteX8" fmla="*/ 0 w 2398682"/>
              <a:gd name="connsiteY8" fmla="*/ 1192731 h 2392088"/>
              <a:gd name="connsiteX9" fmla="*/ 957645 w 2398682"/>
              <a:gd name="connsiteY9" fmla="*/ 17741 h 2392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8682" h="2392088">
                <a:moveTo>
                  <a:pt x="1073887" y="0"/>
                </a:moveTo>
                <a:lnTo>
                  <a:pt x="1324827" y="0"/>
                </a:lnTo>
                <a:lnTo>
                  <a:pt x="1441069" y="17741"/>
                </a:lnTo>
                <a:cubicBezTo>
                  <a:pt x="1948559" y="121588"/>
                  <a:pt x="2339292" y="545958"/>
                  <a:pt x="2392522" y="1070104"/>
                </a:cubicBezTo>
                <a:lnTo>
                  <a:pt x="2398682" y="1192098"/>
                </a:lnTo>
                <a:lnTo>
                  <a:pt x="2398682" y="1193365"/>
                </a:lnTo>
                <a:lnTo>
                  <a:pt x="2392522" y="1315358"/>
                </a:lnTo>
                <a:cubicBezTo>
                  <a:pt x="2331103" y="1920142"/>
                  <a:pt x="1820345" y="2392088"/>
                  <a:pt x="1199357" y="2392088"/>
                </a:cubicBezTo>
                <a:cubicBezTo>
                  <a:pt x="536970" y="2392088"/>
                  <a:pt x="0" y="1855118"/>
                  <a:pt x="0" y="1192731"/>
                </a:cubicBezTo>
                <a:cubicBezTo>
                  <a:pt x="0" y="613142"/>
                  <a:pt x="411118" y="129576"/>
                  <a:pt x="957645" y="17741"/>
                </a:cubicBezTo>
                <a:close/>
              </a:path>
            </a:pathLst>
          </a:custGeom>
        </p:spPr>
        <p:txBody>
          <a:bodyPr wrap="square" anchor="ctr">
            <a:noAutofit/>
          </a:bodyPr>
          <a:lstStyle>
            <a:lvl1pPr algn="ctr">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A7584B6-107B-2C2A-596D-6220524C98FF}"/>
              </a:ext>
            </a:extLst>
          </p:cNvPr>
          <p:cNvSpPr>
            <a:spLocks noGrp="1"/>
          </p:cNvSpPr>
          <p:nvPr>
            <p:ph type="pic" sz="quarter" idx="28"/>
          </p:nvPr>
        </p:nvSpPr>
        <p:spPr>
          <a:xfrm>
            <a:off x="9313135" y="1212105"/>
            <a:ext cx="2398682" cy="2392088"/>
          </a:xfrm>
          <a:custGeom>
            <a:avLst/>
            <a:gdLst>
              <a:gd name="connsiteX0" fmla="*/ 1073887 w 2398682"/>
              <a:gd name="connsiteY0" fmla="*/ 0 h 2392088"/>
              <a:gd name="connsiteX1" fmla="*/ 1324827 w 2398682"/>
              <a:gd name="connsiteY1" fmla="*/ 0 h 2392088"/>
              <a:gd name="connsiteX2" fmla="*/ 1441069 w 2398682"/>
              <a:gd name="connsiteY2" fmla="*/ 17741 h 2392088"/>
              <a:gd name="connsiteX3" fmla="*/ 2392522 w 2398682"/>
              <a:gd name="connsiteY3" fmla="*/ 1070104 h 2392088"/>
              <a:gd name="connsiteX4" fmla="*/ 2398682 w 2398682"/>
              <a:gd name="connsiteY4" fmla="*/ 1192098 h 2392088"/>
              <a:gd name="connsiteX5" fmla="*/ 2398682 w 2398682"/>
              <a:gd name="connsiteY5" fmla="*/ 1193365 h 2392088"/>
              <a:gd name="connsiteX6" fmla="*/ 2392522 w 2398682"/>
              <a:gd name="connsiteY6" fmla="*/ 1315358 h 2392088"/>
              <a:gd name="connsiteX7" fmla="*/ 1199357 w 2398682"/>
              <a:gd name="connsiteY7" fmla="*/ 2392088 h 2392088"/>
              <a:gd name="connsiteX8" fmla="*/ 0 w 2398682"/>
              <a:gd name="connsiteY8" fmla="*/ 1192731 h 2392088"/>
              <a:gd name="connsiteX9" fmla="*/ 957645 w 2398682"/>
              <a:gd name="connsiteY9" fmla="*/ 17741 h 2392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8682" h="2392088">
                <a:moveTo>
                  <a:pt x="1073887" y="0"/>
                </a:moveTo>
                <a:lnTo>
                  <a:pt x="1324827" y="0"/>
                </a:lnTo>
                <a:lnTo>
                  <a:pt x="1441069" y="17741"/>
                </a:lnTo>
                <a:cubicBezTo>
                  <a:pt x="1948559" y="121588"/>
                  <a:pt x="2339292" y="545958"/>
                  <a:pt x="2392522" y="1070104"/>
                </a:cubicBezTo>
                <a:lnTo>
                  <a:pt x="2398682" y="1192098"/>
                </a:lnTo>
                <a:lnTo>
                  <a:pt x="2398682" y="1193365"/>
                </a:lnTo>
                <a:lnTo>
                  <a:pt x="2392522" y="1315358"/>
                </a:lnTo>
                <a:cubicBezTo>
                  <a:pt x="2331103" y="1920142"/>
                  <a:pt x="1820345" y="2392088"/>
                  <a:pt x="1199357" y="2392088"/>
                </a:cubicBezTo>
                <a:cubicBezTo>
                  <a:pt x="536970" y="2392088"/>
                  <a:pt x="0" y="1855118"/>
                  <a:pt x="0" y="1192731"/>
                </a:cubicBezTo>
                <a:cubicBezTo>
                  <a:pt x="0" y="613142"/>
                  <a:pt x="411118" y="129576"/>
                  <a:pt x="957645" y="17741"/>
                </a:cubicBezTo>
                <a:close/>
              </a:path>
            </a:pathLst>
          </a:custGeom>
        </p:spPr>
        <p:txBody>
          <a:bodyPr wrap="square" anchor="ctr">
            <a:noAutofit/>
          </a:bodyPr>
          <a:lstStyle>
            <a:lvl1pPr algn="ctr">
              <a:defRPr/>
            </a:lvl1pPr>
          </a:lstStyle>
          <a:p>
            <a:r>
              <a:rPr lang="en-US"/>
              <a:t>Click icon to add picture</a:t>
            </a:r>
            <a:endParaRPr lang="en-US" dirty="0"/>
          </a:p>
        </p:txBody>
      </p:sp>
      <p:sp>
        <p:nvSpPr>
          <p:cNvPr id="2" name="Date Placeholder 1">
            <a:extLst>
              <a:ext uri="{FF2B5EF4-FFF2-40B4-BE49-F238E27FC236}">
                <a16:creationId xmlns:a16="http://schemas.microsoft.com/office/drawing/2014/main" id="{E365E69D-463C-E4DF-5AFC-055A79C9F556}"/>
              </a:ext>
            </a:extLst>
          </p:cNvPr>
          <p:cNvSpPr>
            <a:spLocks noGrp="1"/>
          </p:cNvSpPr>
          <p:nvPr>
            <p:ph type="dt" sz="half" idx="10"/>
          </p:nvPr>
        </p:nvSpPr>
        <p:spPr/>
        <p:txBody>
          <a:bodyPr/>
          <a:lstStyle/>
          <a:p>
            <a:fld id="{0F526ED0-5639-2240-BE6F-8BE6DCEDBDDF}" type="datetime2">
              <a:rPr lang="en-US" smtClean="0"/>
              <a:t>Tuesday, March 11, 2025</a:t>
            </a:fld>
            <a:endParaRPr lang="en-US"/>
          </a:p>
        </p:txBody>
      </p:sp>
      <p:sp>
        <p:nvSpPr>
          <p:cNvPr id="3" name="Footer Placeholder 2">
            <a:extLst>
              <a:ext uri="{FF2B5EF4-FFF2-40B4-BE49-F238E27FC236}">
                <a16:creationId xmlns:a16="http://schemas.microsoft.com/office/drawing/2014/main" id="{7A43DB76-7C17-2D9F-E6F7-C717CF819AA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16DF2E3-374C-73BB-575D-6EF1DA141C48}"/>
              </a:ext>
            </a:extLst>
          </p:cNvPr>
          <p:cNvSpPr>
            <a:spLocks noGrp="1"/>
          </p:cNvSpPr>
          <p:nvPr>
            <p:ph type="sldNum" sz="quarter" idx="12"/>
          </p:nvPr>
        </p:nvSpPr>
        <p:spPr/>
        <p:txBody>
          <a:bodyPr/>
          <a:lstStyle/>
          <a:p>
            <a:fld id="{17BDB469-BB8C-0C46-9793-E3A9CAC591C6}" type="slidenum">
              <a:rPr lang="en-US" smtClean="0"/>
              <a:t>‹#›</a:t>
            </a:fld>
            <a:endParaRPr lang="en-US"/>
          </a:p>
        </p:txBody>
      </p:sp>
      <p:sp>
        <p:nvSpPr>
          <p:cNvPr id="17" name="Title 1">
            <a:extLst>
              <a:ext uri="{FF2B5EF4-FFF2-40B4-BE49-F238E27FC236}">
                <a16:creationId xmlns:a16="http://schemas.microsoft.com/office/drawing/2014/main" id="{65727E58-D68F-3533-5DBE-EBEF4A04647B}"/>
              </a:ext>
            </a:extLst>
          </p:cNvPr>
          <p:cNvSpPr>
            <a:spLocks noGrp="1"/>
          </p:cNvSpPr>
          <p:nvPr>
            <p:ph type="title"/>
          </p:nvPr>
        </p:nvSpPr>
        <p:spPr>
          <a:xfrm>
            <a:off x="838200" y="365125"/>
            <a:ext cx="10558670" cy="721553"/>
          </a:xfrm>
        </p:spPr>
        <p:txBody>
          <a:bodyPr anchor="t">
            <a:normAutofit/>
          </a:bodyPr>
          <a:lstStyle>
            <a:lvl1pPr>
              <a:defRPr sz="3600" b="0" i="0" baseline="0"/>
            </a:lvl1pPr>
          </a:lstStyle>
          <a:p>
            <a:r>
              <a:rPr lang="en-US"/>
              <a:t>Click to edit Master title style</a:t>
            </a:r>
            <a:endParaRPr lang="en-US" dirty="0"/>
          </a:p>
        </p:txBody>
      </p:sp>
      <p:sp>
        <p:nvSpPr>
          <p:cNvPr id="21" name="Text Placeholder 20">
            <a:extLst>
              <a:ext uri="{FF2B5EF4-FFF2-40B4-BE49-F238E27FC236}">
                <a16:creationId xmlns:a16="http://schemas.microsoft.com/office/drawing/2014/main" id="{37F7E835-E3C0-05AF-17D4-A54C627F510B}"/>
              </a:ext>
            </a:extLst>
          </p:cNvPr>
          <p:cNvSpPr>
            <a:spLocks noGrp="1"/>
          </p:cNvSpPr>
          <p:nvPr>
            <p:ph type="body" sz="quarter" idx="14" hasCustomPrompt="1"/>
          </p:nvPr>
        </p:nvSpPr>
        <p:spPr>
          <a:xfrm>
            <a:off x="830871" y="3511558"/>
            <a:ext cx="1896849" cy="555925"/>
          </a:xfrm>
          <a:solidFill>
            <a:schemeClr val="bg2"/>
          </a:solidFill>
        </p:spPr>
        <p:txBody>
          <a:bodyPr anchor="b">
            <a:noAutofit/>
          </a:bodyPr>
          <a:lstStyle>
            <a:lvl1pPr marL="0" indent="0" algn="ctr">
              <a:lnSpc>
                <a:spcPct val="100000"/>
              </a:lnSpc>
              <a:buNone/>
              <a:defRPr sz="1400" b="1" i="0" baseline="0">
                <a:solidFill>
                  <a:schemeClr val="accent2"/>
                </a:solidFill>
                <a:latin typeface="Aleo" pitchFamily="2" charset="77"/>
              </a:defRPr>
            </a:lvl1pPr>
            <a:lvl2pPr marL="457200" indent="0" algn="ctr">
              <a:buNone/>
              <a:defRPr sz="1200" cap="all" baseline="0">
                <a:solidFill>
                  <a:schemeClr val="accent1"/>
                </a:solidFill>
              </a:defRPr>
            </a:lvl2pPr>
            <a:lvl3pPr>
              <a:defRPr sz="1400" baseline="0">
                <a:solidFill>
                  <a:schemeClr val="accent1"/>
                </a:solidFill>
              </a:defRPr>
            </a:lvl3pPr>
            <a:lvl4pPr>
              <a:defRPr sz="1400" baseline="0">
                <a:solidFill>
                  <a:schemeClr val="accent1"/>
                </a:solidFill>
              </a:defRPr>
            </a:lvl4pPr>
            <a:lvl5pPr>
              <a:defRPr sz="1400" baseline="0">
                <a:solidFill>
                  <a:schemeClr val="accent1"/>
                </a:solidFill>
              </a:defRPr>
            </a:lvl5pPr>
          </a:lstStyle>
          <a:p>
            <a:pPr lvl="0"/>
            <a:r>
              <a:rPr lang="en-US" dirty="0"/>
              <a:t>Insert Job Title</a:t>
            </a:r>
            <a:br>
              <a:rPr lang="en-US" dirty="0"/>
            </a:br>
            <a:r>
              <a:rPr lang="en-US" dirty="0"/>
              <a:t>Here</a:t>
            </a:r>
          </a:p>
        </p:txBody>
      </p:sp>
      <p:sp>
        <p:nvSpPr>
          <p:cNvPr id="22" name="Text Placeholder 20">
            <a:extLst>
              <a:ext uri="{FF2B5EF4-FFF2-40B4-BE49-F238E27FC236}">
                <a16:creationId xmlns:a16="http://schemas.microsoft.com/office/drawing/2014/main" id="{3637DE6D-AAFA-4BEC-BE3F-AF782E11E8AC}"/>
              </a:ext>
            </a:extLst>
          </p:cNvPr>
          <p:cNvSpPr>
            <a:spLocks noGrp="1"/>
          </p:cNvSpPr>
          <p:nvPr>
            <p:ph type="body" sz="quarter" idx="15" hasCustomPrompt="1"/>
          </p:nvPr>
        </p:nvSpPr>
        <p:spPr>
          <a:xfrm>
            <a:off x="830871" y="4080735"/>
            <a:ext cx="1896849" cy="555925"/>
          </a:xfrm>
          <a:solidFill>
            <a:schemeClr val="bg2"/>
          </a:solidFill>
        </p:spPr>
        <p:txBody>
          <a:bodyPr anchor="t">
            <a:noAutofit/>
          </a:bodyPr>
          <a:lstStyle>
            <a:lvl1pPr marL="0" indent="0" algn="ctr">
              <a:lnSpc>
                <a:spcPct val="100000"/>
              </a:lnSpc>
              <a:buNone/>
              <a:defRPr sz="1200" b="1" i="0" cap="all" baseline="0">
                <a:solidFill>
                  <a:schemeClr val="accent1"/>
                </a:solidFill>
                <a:latin typeface="Open Sans" panose="020B0606030504020204" pitchFamily="34" charset="0"/>
              </a:defRPr>
            </a:lvl1pPr>
            <a:lvl2pPr marL="457200" indent="0" algn="ctr">
              <a:buNone/>
              <a:defRPr sz="1200" cap="all" baseline="0">
                <a:solidFill>
                  <a:schemeClr val="accent1"/>
                </a:solidFill>
              </a:defRPr>
            </a:lvl2pPr>
            <a:lvl3pPr>
              <a:defRPr sz="1400" baseline="0">
                <a:solidFill>
                  <a:schemeClr val="accent1"/>
                </a:solidFill>
              </a:defRPr>
            </a:lvl3pPr>
            <a:lvl4pPr>
              <a:defRPr sz="1400" baseline="0">
                <a:solidFill>
                  <a:schemeClr val="accent1"/>
                </a:solidFill>
              </a:defRPr>
            </a:lvl4pPr>
            <a:lvl5pPr>
              <a:defRPr sz="1400" baseline="0">
                <a:solidFill>
                  <a:schemeClr val="accent1"/>
                </a:solidFill>
              </a:defRPr>
            </a:lvl5pPr>
          </a:lstStyle>
          <a:p>
            <a:pPr lvl="0"/>
            <a:r>
              <a:rPr lang="en-US" dirty="0"/>
              <a:t>Insert Company</a:t>
            </a:r>
            <a:br>
              <a:rPr lang="en-US" dirty="0"/>
            </a:br>
            <a:r>
              <a:rPr lang="en-US" dirty="0"/>
              <a:t>name</a:t>
            </a:r>
          </a:p>
        </p:txBody>
      </p:sp>
      <p:sp>
        <p:nvSpPr>
          <p:cNvPr id="24" name="Text Placeholder 20">
            <a:extLst>
              <a:ext uri="{FF2B5EF4-FFF2-40B4-BE49-F238E27FC236}">
                <a16:creationId xmlns:a16="http://schemas.microsoft.com/office/drawing/2014/main" id="{83AC77F2-2852-8DBA-301D-EE8868A72281}"/>
              </a:ext>
            </a:extLst>
          </p:cNvPr>
          <p:cNvSpPr>
            <a:spLocks noGrp="1"/>
          </p:cNvSpPr>
          <p:nvPr>
            <p:ph type="body" sz="quarter" idx="16" hasCustomPrompt="1"/>
          </p:nvPr>
        </p:nvSpPr>
        <p:spPr>
          <a:xfrm>
            <a:off x="5217340" y="3511558"/>
            <a:ext cx="1896849" cy="555925"/>
          </a:xfrm>
          <a:solidFill>
            <a:schemeClr val="bg2"/>
          </a:solidFill>
        </p:spPr>
        <p:txBody>
          <a:bodyPr anchor="b">
            <a:noAutofit/>
          </a:bodyPr>
          <a:lstStyle>
            <a:lvl1pPr marL="0" indent="0" algn="ctr">
              <a:lnSpc>
                <a:spcPct val="100000"/>
              </a:lnSpc>
              <a:buNone/>
              <a:defRPr sz="1400" b="1" i="0" baseline="0">
                <a:solidFill>
                  <a:schemeClr val="accent2"/>
                </a:solidFill>
                <a:latin typeface="Aleo" pitchFamily="2" charset="77"/>
              </a:defRPr>
            </a:lvl1pPr>
            <a:lvl2pPr marL="457200" indent="0" algn="ctr">
              <a:buNone/>
              <a:defRPr sz="1200" cap="all" baseline="0">
                <a:solidFill>
                  <a:schemeClr val="accent1"/>
                </a:solidFill>
              </a:defRPr>
            </a:lvl2pPr>
            <a:lvl3pPr>
              <a:defRPr sz="1400" baseline="0">
                <a:solidFill>
                  <a:schemeClr val="accent1"/>
                </a:solidFill>
              </a:defRPr>
            </a:lvl3pPr>
            <a:lvl4pPr>
              <a:defRPr sz="1400" baseline="0">
                <a:solidFill>
                  <a:schemeClr val="accent1"/>
                </a:solidFill>
              </a:defRPr>
            </a:lvl4pPr>
            <a:lvl5pPr>
              <a:defRPr sz="1400" baseline="0">
                <a:solidFill>
                  <a:schemeClr val="accent1"/>
                </a:solidFill>
              </a:defRPr>
            </a:lvl5pPr>
          </a:lstStyle>
          <a:p>
            <a:pPr lvl="0"/>
            <a:r>
              <a:rPr lang="en-US" dirty="0"/>
              <a:t>Insert Job Title</a:t>
            </a:r>
            <a:br>
              <a:rPr lang="en-US" dirty="0"/>
            </a:br>
            <a:r>
              <a:rPr lang="en-US" dirty="0"/>
              <a:t>Here</a:t>
            </a:r>
          </a:p>
        </p:txBody>
      </p:sp>
      <p:sp>
        <p:nvSpPr>
          <p:cNvPr id="25" name="Text Placeholder 20">
            <a:extLst>
              <a:ext uri="{FF2B5EF4-FFF2-40B4-BE49-F238E27FC236}">
                <a16:creationId xmlns:a16="http://schemas.microsoft.com/office/drawing/2014/main" id="{0C743C47-9E57-B72B-A723-70D8C2E156DA}"/>
              </a:ext>
            </a:extLst>
          </p:cNvPr>
          <p:cNvSpPr>
            <a:spLocks noGrp="1"/>
          </p:cNvSpPr>
          <p:nvPr>
            <p:ph type="body" sz="quarter" idx="17" hasCustomPrompt="1"/>
          </p:nvPr>
        </p:nvSpPr>
        <p:spPr>
          <a:xfrm>
            <a:off x="5217340" y="4080735"/>
            <a:ext cx="1896849" cy="555925"/>
          </a:xfrm>
          <a:solidFill>
            <a:schemeClr val="bg2"/>
          </a:solidFill>
        </p:spPr>
        <p:txBody>
          <a:bodyPr anchor="t">
            <a:noAutofit/>
          </a:bodyPr>
          <a:lstStyle>
            <a:lvl1pPr marL="0" indent="0" algn="ctr">
              <a:lnSpc>
                <a:spcPct val="100000"/>
              </a:lnSpc>
              <a:buNone/>
              <a:defRPr sz="1200" b="1" i="0" cap="all" baseline="0">
                <a:solidFill>
                  <a:schemeClr val="accent1"/>
                </a:solidFill>
                <a:latin typeface="Open Sans" panose="020B0606030504020204" pitchFamily="34" charset="0"/>
              </a:defRPr>
            </a:lvl1pPr>
            <a:lvl2pPr marL="457200" indent="0" algn="ctr">
              <a:buNone/>
              <a:defRPr sz="1200" cap="all" baseline="0">
                <a:solidFill>
                  <a:schemeClr val="accent1"/>
                </a:solidFill>
              </a:defRPr>
            </a:lvl2pPr>
            <a:lvl3pPr>
              <a:defRPr sz="1400" baseline="0">
                <a:solidFill>
                  <a:schemeClr val="accent1"/>
                </a:solidFill>
              </a:defRPr>
            </a:lvl3pPr>
            <a:lvl4pPr>
              <a:defRPr sz="1400" baseline="0">
                <a:solidFill>
                  <a:schemeClr val="accent1"/>
                </a:solidFill>
              </a:defRPr>
            </a:lvl4pPr>
            <a:lvl5pPr>
              <a:defRPr sz="1400" baseline="0">
                <a:solidFill>
                  <a:schemeClr val="accent1"/>
                </a:solidFill>
              </a:defRPr>
            </a:lvl5pPr>
          </a:lstStyle>
          <a:p>
            <a:pPr lvl="0"/>
            <a:r>
              <a:rPr lang="en-US" dirty="0"/>
              <a:t>Insert Company</a:t>
            </a:r>
            <a:br>
              <a:rPr lang="en-US" dirty="0"/>
            </a:br>
            <a:r>
              <a:rPr lang="en-US" dirty="0"/>
              <a:t>name</a:t>
            </a:r>
          </a:p>
        </p:txBody>
      </p:sp>
      <p:sp>
        <p:nvSpPr>
          <p:cNvPr id="26" name="Text Placeholder 20">
            <a:extLst>
              <a:ext uri="{FF2B5EF4-FFF2-40B4-BE49-F238E27FC236}">
                <a16:creationId xmlns:a16="http://schemas.microsoft.com/office/drawing/2014/main" id="{DB84AF8A-5B33-4D94-E281-FF1E26CC05B7}"/>
              </a:ext>
            </a:extLst>
          </p:cNvPr>
          <p:cNvSpPr>
            <a:spLocks noGrp="1"/>
          </p:cNvSpPr>
          <p:nvPr>
            <p:ph type="body" sz="quarter" idx="18" hasCustomPrompt="1"/>
          </p:nvPr>
        </p:nvSpPr>
        <p:spPr>
          <a:xfrm>
            <a:off x="9603810" y="3511558"/>
            <a:ext cx="1896849" cy="555925"/>
          </a:xfrm>
          <a:solidFill>
            <a:schemeClr val="bg2"/>
          </a:solidFill>
        </p:spPr>
        <p:txBody>
          <a:bodyPr anchor="b">
            <a:noAutofit/>
          </a:bodyPr>
          <a:lstStyle>
            <a:lvl1pPr marL="0" indent="0" algn="ctr">
              <a:lnSpc>
                <a:spcPct val="100000"/>
              </a:lnSpc>
              <a:buNone/>
              <a:defRPr sz="1400" b="1" i="0" baseline="0">
                <a:solidFill>
                  <a:schemeClr val="accent2"/>
                </a:solidFill>
                <a:latin typeface="Aleo" pitchFamily="2" charset="77"/>
              </a:defRPr>
            </a:lvl1pPr>
            <a:lvl2pPr marL="457200" indent="0" algn="ctr">
              <a:buNone/>
              <a:defRPr sz="1200" cap="all" baseline="0">
                <a:solidFill>
                  <a:schemeClr val="accent1"/>
                </a:solidFill>
              </a:defRPr>
            </a:lvl2pPr>
            <a:lvl3pPr>
              <a:defRPr sz="1400" baseline="0">
                <a:solidFill>
                  <a:schemeClr val="accent1"/>
                </a:solidFill>
              </a:defRPr>
            </a:lvl3pPr>
            <a:lvl4pPr>
              <a:defRPr sz="1400" baseline="0">
                <a:solidFill>
                  <a:schemeClr val="accent1"/>
                </a:solidFill>
              </a:defRPr>
            </a:lvl4pPr>
            <a:lvl5pPr>
              <a:defRPr sz="1400" baseline="0">
                <a:solidFill>
                  <a:schemeClr val="accent1"/>
                </a:solidFill>
              </a:defRPr>
            </a:lvl5pPr>
          </a:lstStyle>
          <a:p>
            <a:pPr lvl="0"/>
            <a:r>
              <a:rPr lang="en-US" dirty="0"/>
              <a:t>Insert Job Title</a:t>
            </a:r>
            <a:br>
              <a:rPr lang="en-US" dirty="0"/>
            </a:br>
            <a:r>
              <a:rPr lang="en-US" dirty="0"/>
              <a:t>Here</a:t>
            </a:r>
          </a:p>
        </p:txBody>
      </p:sp>
      <p:sp>
        <p:nvSpPr>
          <p:cNvPr id="27" name="Text Placeholder 20">
            <a:extLst>
              <a:ext uri="{FF2B5EF4-FFF2-40B4-BE49-F238E27FC236}">
                <a16:creationId xmlns:a16="http://schemas.microsoft.com/office/drawing/2014/main" id="{D26E7F0D-C82B-DFE5-751C-6FA5EB1C493A}"/>
              </a:ext>
            </a:extLst>
          </p:cNvPr>
          <p:cNvSpPr>
            <a:spLocks noGrp="1"/>
          </p:cNvSpPr>
          <p:nvPr>
            <p:ph type="body" sz="quarter" idx="19" hasCustomPrompt="1"/>
          </p:nvPr>
        </p:nvSpPr>
        <p:spPr>
          <a:xfrm>
            <a:off x="9603810" y="4080735"/>
            <a:ext cx="1896849" cy="555925"/>
          </a:xfrm>
          <a:solidFill>
            <a:schemeClr val="bg2"/>
          </a:solidFill>
        </p:spPr>
        <p:txBody>
          <a:bodyPr anchor="t">
            <a:noAutofit/>
          </a:bodyPr>
          <a:lstStyle>
            <a:lvl1pPr marL="0" indent="0" algn="ctr">
              <a:lnSpc>
                <a:spcPct val="100000"/>
              </a:lnSpc>
              <a:buNone/>
              <a:defRPr sz="1200" b="1" i="0" cap="all" baseline="0">
                <a:solidFill>
                  <a:schemeClr val="accent1"/>
                </a:solidFill>
                <a:latin typeface="Open Sans" panose="020B0606030504020204" pitchFamily="34" charset="0"/>
              </a:defRPr>
            </a:lvl1pPr>
            <a:lvl2pPr marL="457200" indent="0" algn="ctr">
              <a:buNone/>
              <a:defRPr sz="1200" cap="all" baseline="0">
                <a:solidFill>
                  <a:schemeClr val="accent1"/>
                </a:solidFill>
              </a:defRPr>
            </a:lvl2pPr>
            <a:lvl3pPr>
              <a:defRPr sz="1400" baseline="0">
                <a:solidFill>
                  <a:schemeClr val="accent1"/>
                </a:solidFill>
              </a:defRPr>
            </a:lvl3pPr>
            <a:lvl4pPr>
              <a:defRPr sz="1400" baseline="0">
                <a:solidFill>
                  <a:schemeClr val="accent1"/>
                </a:solidFill>
              </a:defRPr>
            </a:lvl4pPr>
            <a:lvl5pPr>
              <a:defRPr sz="1400" baseline="0">
                <a:solidFill>
                  <a:schemeClr val="accent1"/>
                </a:solidFill>
              </a:defRPr>
            </a:lvl5pPr>
          </a:lstStyle>
          <a:p>
            <a:pPr lvl="0"/>
            <a:r>
              <a:rPr lang="en-US" dirty="0"/>
              <a:t>Insert Company</a:t>
            </a:r>
            <a:br>
              <a:rPr lang="en-US" dirty="0"/>
            </a:br>
            <a:r>
              <a:rPr lang="en-US" dirty="0"/>
              <a:t>name</a:t>
            </a:r>
          </a:p>
        </p:txBody>
      </p:sp>
      <p:sp>
        <p:nvSpPr>
          <p:cNvPr id="28" name="Text Placeholder 20">
            <a:extLst>
              <a:ext uri="{FF2B5EF4-FFF2-40B4-BE49-F238E27FC236}">
                <a16:creationId xmlns:a16="http://schemas.microsoft.com/office/drawing/2014/main" id="{2B719F15-1E1E-EB72-573A-08E89B51BC7D}"/>
              </a:ext>
            </a:extLst>
          </p:cNvPr>
          <p:cNvSpPr>
            <a:spLocks noGrp="1"/>
          </p:cNvSpPr>
          <p:nvPr>
            <p:ph type="body" sz="quarter" idx="20" hasCustomPrompt="1"/>
          </p:nvPr>
        </p:nvSpPr>
        <p:spPr>
          <a:xfrm>
            <a:off x="7403949" y="4465713"/>
            <a:ext cx="1896849" cy="555925"/>
          </a:xfrm>
          <a:solidFill>
            <a:schemeClr val="bg2"/>
          </a:solidFill>
        </p:spPr>
        <p:txBody>
          <a:bodyPr anchor="b">
            <a:noAutofit/>
          </a:bodyPr>
          <a:lstStyle>
            <a:lvl1pPr marL="0" indent="0" algn="ctr">
              <a:lnSpc>
                <a:spcPct val="100000"/>
              </a:lnSpc>
              <a:buNone/>
              <a:defRPr sz="1400" b="1" i="0" baseline="0">
                <a:solidFill>
                  <a:schemeClr val="accent2"/>
                </a:solidFill>
                <a:latin typeface="Aleo" pitchFamily="2" charset="77"/>
              </a:defRPr>
            </a:lvl1pPr>
            <a:lvl2pPr marL="457200" indent="0" algn="ctr">
              <a:buNone/>
              <a:defRPr sz="1200" cap="all" baseline="0">
                <a:solidFill>
                  <a:schemeClr val="accent1"/>
                </a:solidFill>
              </a:defRPr>
            </a:lvl2pPr>
            <a:lvl3pPr>
              <a:defRPr sz="1400" baseline="0">
                <a:solidFill>
                  <a:schemeClr val="accent1"/>
                </a:solidFill>
              </a:defRPr>
            </a:lvl3pPr>
            <a:lvl4pPr>
              <a:defRPr sz="1400" baseline="0">
                <a:solidFill>
                  <a:schemeClr val="accent1"/>
                </a:solidFill>
              </a:defRPr>
            </a:lvl4pPr>
            <a:lvl5pPr>
              <a:defRPr sz="1400" baseline="0">
                <a:solidFill>
                  <a:schemeClr val="accent1"/>
                </a:solidFill>
              </a:defRPr>
            </a:lvl5pPr>
          </a:lstStyle>
          <a:p>
            <a:pPr lvl="0"/>
            <a:r>
              <a:rPr lang="en-US" dirty="0"/>
              <a:t>Insert Job Title</a:t>
            </a:r>
            <a:br>
              <a:rPr lang="en-US" dirty="0"/>
            </a:br>
            <a:r>
              <a:rPr lang="en-US" dirty="0"/>
              <a:t>Here</a:t>
            </a:r>
          </a:p>
        </p:txBody>
      </p:sp>
      <p:sp>
        <p:nvSpPr>
          <p:cNvPr id="29" name="Text Placeholder 20">
            <a:extLst>
              <a:ext uri="{FF2B5EF4-FFF2-40B4-BE49-F238E27FC236}">
                <a16:creationId xmlns:a16="http://schemas.microsoft.com/office/drawing/2014/main" id="{651429A1-E03D-FB95-F535-0604B16ABF4A}"/>
              </a:ext>
            </a:extLst>
          </p:cNvPr>
          <p:cNvSpPr>
            <a:spLocks noGrp="1"/>
          </p:cNvSpPr>
          <p:nvPr>
            <p:ph type="body" sz="quarter" idx="21" hasCustomPrompt="1"/>
          </p:nvPr>
        </p:nvSpPr>
        <p:spPr>
          <a:xfrm>
            <a:off x="7403949" y="5034890"/>
            <a:ext cx="1896849" cy="555925"/>
          </a:xfrm>
          <a:solidFill>
            <a:schemeClr val="bg2"/>
          </a:solidFill>
        </p:spPr>
        <p:txBody>
          <a:bodyPr anchor="t">
            <a:noAutofit/>
          </a:bodyPr>
          <a:lstStyle>
            <a:lvl1pPr marL="0" indent="0" algn="ctr">
              <a:lnSpc>
                <a:spcPct val="100000"/>
              </a:lnSpc>
              <a:buNone/>
              <a:defRPr sz="1200" b="1" i="0" cap="all" baseline="0">
                <a:solidFill>
                  <a:schemeClr val="accent1"/>
                </a:solidFill>
                <a:latin typeface="Open Sans" panose="020B0606030504020204" pitchFamily="34" charset="0"/>
              </a:defRPr>
            </a:lvl1pPr>
            <a:lvl2pPr marL="457200" indent="0" algn="ctr">
              <a:buNone/>
              <a:defRPr sz="1200" cap="all" baseline="0">
                <a:solidFill>
                  <a:schemeClr val="accent1"/>
                </a:solidFill>
              </a:defRPr>
            </a:lvl2pPr>
            <a:lvl3pPr>
              <a:defRPr sz="1400" baseline="0">
                <a:solidFill>
                  <a:schemeClr val="accent1"/>
                </a:solidFill>
              </a:defRPr>
            </a:lvl3pPr>
            <a:lvl4pPr>
              <a:defRPr sz="1400" baseline="0">
                <a:solidFill>
                  <a:schemeClr val="accent1"/>
                </a:solidFill>
              </a:defRPr>
            </a:lvl4pPr>
            <a:lvl5pPr>
              <a:defRPr sz="1400" baseline="0">
                <a:solidFill>
                  <a:schemeClr val="accent1"/>
                </a:solidFill>
              </a:defRPr>
            </a:lvl5pPr>
          </a:lstStyle>
          <a:p>
            <a:pPr lvl="0"/>
            <a:r>
              <a:rPr lang="en-US" dirty="0"/>
              <a:t>Insert Company</a:t>
            </a:r>
            <a:br>
              <a:rPr lang="en-US" dirty="0"/>
            </a:br>
            <a:r>
              <a:rPr lang="en-US" dirty="0"/>
              <a:t>name</a:t>
            </a:r>
          </a:p>
        </p:txBody>
      </p:sp>
      <p:sp>
        <p:nvSpPr>
          <p:cNvPr id="30" name="Text Placeholder 20">
            <a:extLst>
              <a:ext uri="{FF2B5EF4-FFF2-40B4-BE49-F238E27FC236}">
                <a16:creationId xmlns:a16="http://schemas.microsoft.com/office/drawing/2014/main" id="{9CAAD6EB-D0B4-DE00-73C8-0481DAC4CE0C}"/>
              </a:ext>
            </a:extLst>
          </p:cNvPr>
          <p:cNvSpPr>
            <a:spLocks noGrp="1"/>
          </p:cNvSpPr>
          <p:nvPr>
            <p:ph type="body" sz="quarter" idx="22" hasCustomPrompt="1"/>
          </p:nvPr>
        </p:nvSpPr>
        <p:spPr>
          <a:xfrm>
            <a:off x="3017480" y="4465713"/>
            <a:ext cx="1896849" cy="555925"/>
          </a:xfrm>
          <a:solidFill>
            <a:schemeClr val="bg2"/>
          </a:solidFill>
        </p:spPr>
        <p:txBody>
          <a:bodyPr anchor="b">
            <a:noAutofit/>
          </a:bodyPr>
          <a:lstStyle>
            <a:lvl1pPr marL="0" indent="0" algn="ctr">
              <a:lnSpc>
                <a:spcPct val="100000"/>
              </a:lnSpc>
              <a:buNone/>
              <a:defRPr sz="1400" b="1" i="0" baseline="0">
                <a:solidFill>
                  <a:schemeClr val="accent2"/>
                </a:solidFill>
                <a:latin typeface="Aleo" pitchFamily="2" charset="77"/>
              </a:defRPr>
            </a:lvl1pPr>
            <a:lvl2pPr marL="457200" indent="0" algn="ctr">
              <a:buNone/>
              <a:defRPr sz="1200" cap="all" baseline="0">
                <a:solidFill>
                  <a:schemeClr val="accent1"/>
                </a:solidFill>
              </a:defRPr>
            </a:lvl2pPr>
            <a:lvl3pPr>
              <a:defRPr sz="1400" baseline="0">
                <a:solidFill>
                  <a:schemeClr val="accent1"/>
                </a:solidFill>
              </a:defRPr>
            </a:lvl3pPr>
            <a:lvl4pPr>
              <a:defRPr sz="1400" baseline="0">
                <a:solidFill>
                  <a:schemeClr val="accent1"/>
                </a:solidFill>
              </a:defRPr>
            </a:lvl4pPr>
            <a:lvl5pPr>
              <a:defRPr sz="1400" baseline="0">
                <a:solidFill>
                  <a:schemeClr val="accent1"/>
                </a:solidFill>
              </a:defRPr>
            </a:lvl5pPr>
          </a:lstStyle>
          <a:p>
            <a:pPr lvl="0"/>
            <a:r>
              <a:rPr lang="en-US" dirty="0"/>
              <a:t>Insert Job Title</a:t>
            </a:r>
            <a:br>
              <a:rPr lang="en-US" dirty="0"/>
            </a:br>
            <a:r>
              <a:rPr lang="en-US" dirty="0"/>
              <a:t>Here</a:t>
            </a:r>
          </a:p>
        </p:txBody>
      </p:sp>
      <p:sp>
        <p:nvSpPr>
          <p:cNvPr id="31" name="Text Placeholder 20">
            <a:extLst>
              <a:ext uri="{FF2B5EF4-FFF2-40B4-BE49-F238E27FC236}">
                <a16:creationId xmlns:a16="http://schemas.microsoft.com/office/drawing/2014/main" id="{6C39F13A-7E7C-C0B4-C370-DCA5FCE60119}"/>
              </a:ext>
            </a:extLst>
          </p:cNvPr>
          <p:cNvSpPr>
            <a:spLocks noGrp="1"/>
          </p:cNvSpPr>
          <p:nvPr>
            <p:ph type="body" sz="quarter" idx="23" hasCustomPrompt="1"/>
          </p:nvPr>
        </p:nvSpPr>
        <p:spPr>
          <a:xfrm>
            <a:off x="3017480" y="5034890"/>
            <a:ext cx="1896849" cy="555925"/>
          </a:xfrm>
          <a:solidFill>
            <a:schemeClr val="bg2"/>
          </a:solidFill>
        </p:spPr>
        <p:txBody>
          <a:bodyPr anchor="t">
            <a:noAutofit/>
          </a:bodyPr>
          <a:lstStyle>
            <a:lvl1pPr marL="0" indent="0" algn="ctr">
              <a:lnSpc>
                <a:spcPct val="100000"/>
              </a:lnSpc>
              <a:buNone/>
              <a:defRPr sz="1200" b="1" i="0" cap="all" baseline="0">
                <a:solidFill>
                  <a:schemeClr val="accent1"/>
                </a:solidFill>
                <a:latin typeface="Open Sans" panose="020B0606030504020204" pitchFamily="34" charset="0"/>
              </a:defRPr>
            </a:lvl1pPr>
            <a:lvl2pPr marL="457200" indent="0" algn="ctr">
              <a:buNone/>
              <a:defRPr sz="1200" cap="all" baseline="0">
                <a:solidFill>
                  <a:schemeClr val="accent1"/>
                </a:solidFill>
              </a:defRPr>
            </a:lvl2pPr>
            <a:lvl3pPr>
              <a:defRPr sz="1400" baseline="0">
                <a:solidFill>
                  <a:schemeClr val="accent1"/>
                </a:solidFill>
              </a:defRPr>
            </a:lvl3pPr>
            <a:lvl4pPr>
              <a:defRPr sz="1400" baseline="0">
                <a:solidFill>
                  <a:schemeClr val="accent1"/>
                </a:solidFill>
              </a:defRPr>
            </a:lvl4pPr>
            <a:lvl5pPr>
              <a:defRPr sz="1400" baseline="0">
                <a:solidFill>
                  <a:schemeClr val="accent1"/>
                </a:solidFill>
              </a:defRPr>
            </a:lvl5pPr>
          </a:lstStyle>
          <a:p>
            <a:pPr lvl="0"/>
            <a:r>
              <a:rPr lang="en-US" dirty="0"/>
              <a:t>Insert Company</a:t>
            </a:r>
            <a:br>
              <a:rPr lang="en-US" dirty="0"/>
            </a:br>
            <a:r>
              <a:rPr lang="en-US" dirty="0"/>
              <a:t>name</a:t>
            </a:r>
          </a:p>
        </p:txBody>
      </p:sp>
    </p:spTree>
    <p:extLst>
      <p:ext uri="{BB962C8B-B14F-4D97-AF65-F5344CB8AC3E}">
        <p14:creationId xmlns:p14="http://schemas.microsoft.com/office/powerpoint/2010/main" val="3490938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133E9-A716-B4E7-AB33-950B6F86335F}"/>
              </a:ext>
            </a:extLst>
          </p:cNvPr>
          <p:cNvSpPr>
            <a:spLocks noGrp="1"/>
          </p:cNvSpPr>
          <p:nvPr>
            <p:ph type="title"/>
          </p:nvPr>
        </p:nvSpPr>
        <p:spPr>
          <a:xfrm>
            <a:off x="839788" y="457200"/>
            <a:ext cx="3932237" cy="1494849"/>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DE5ADF1-DC00-7D26-FD83-EB65362B74F6}"/>
              </a:ext>
            </a:extLst>
          </p:cNvPr>
          <p:cNvSpPr>
            <a:spLocks noGrp="1"/>
          </p:cNvSpPr>
          <p:nvPr>
            <p:ph idx="1"/>
          </p:nvPr>
        </p:nvSpPr>
        <p:spPr>
          <a:xfrm>
            <a:off x="5183188" y="987425"/>
            <a:ext cx="6172200" cy="45527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4DC86AD-95F7-BBEE-34BB-96F088B71FCF}"/>
              </a:ext>
            </a:extLst>
          </p:cNvPr>
          <p:cNvSpPr>
            <a:spLocks noGrp="1"/>
          </p:cNvSpPr>
          <p:nvPr>
            <p:ph type="body" sz="half" idx="2"/>
          </p:nvPr>
        </p:nvSpPr>
        <p:spPr>
          <a:xfrm>
            <a:off x="839788" y="2057400"/>
            <a:ext cx="3932237" cy="356064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315FBD-47E5-C54B-64FD-E51593FDF0AC}"/>
              </a:ext>
            </a:extLst>
          </p:cNvPr>
          <p:cNvSpPr>
            <a:spLocks noGrp="1"/>
          </p:cNvSpPr>
          <p:nvPr>
            <p:ph type="dt" sz="half" idx="10"/>
          </p:nvPr>
        </p:nvSpPr>
        <p:spPr/>
        <p:txBody>
          <a:bodyPr/>
          <a:lstStyle/>
          <a:p>
            <a:fld id="{BFFF6ED3-E05C-444C-A0AC-A4AB6FC72568}" type="datetime2">
              <a:rPr lang="en-US" smtClean="0"/>
              <a:t>Tuesday, March 11, 2025</a:t>
            </a:fld>
            <a:endParaRPr lang="en-US"/>
          </a:p>
        </p:txBody>
      </p:sp>
      <p:sp>
        <p:nvSpPr>
          <p:cNvPr id="6" name="Footer Placeholder 5">
            <a:extLst>
              <a:ext uri="{FF2B5EF4-FFF2-40B4-BE49-F238E27FC236}">
                <a16:creationId xmlns:a16="http://schemas.microsoft.com/office/drawing/2014/main" id="{616F9EC8-1850-2B48-7277-73A1465A1F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EFC451-3E93-91F5-A738-145BC64BB3AE}"/>
              </a:ext>
            </a:extLst>
          </p:cNvPr>
          <p:cNvSpPr>
            <a:spLocks noGrp="1"/>
          </p:cNvSpPr>
          <p:nvPr>
            <p:ph type="sldNum" sz="quarter" idx="12"/>
          </p:nvPr>
        </p:nvSpPr>
        <p:spPr/>
        <p:txBody>
          <a:bodyPr/>
          <a:lstStyle/>
          <a:p>
            <a:fld id="{17BDB469-BB8C-0C46-9793-E3A9CAC591C6}" type="slidenum">
              <a:rPr lang="en-US" smtClean="0"/>
              <a:t>‹#›</a:t>
            </a:fld>
            <a:endParaRPr lang="en-US"/>
          </a:p>
        </p:txBody>
      </p:sp>
    </p:spTree>
    <p:extLst>
      <p:ext uri="{BB962C8B-B14F-4D97-AF65-F5344CB8AC3E}">
        <p14:creationId xmlns:p14="http://schemas.microsoft.com/office/powerpoint/2010/main" val="355176944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FACD9-CCB6-F3D0-0B47-1F2CB67C8034}"/>
              </a:ext>
            </a:extLst>
          </p:cNvPr>
          <p:cNvSpPr>
            <a:spLocks noGrp="1"/>
          </p:cNvSpPr>
          <p:nvPr>
            <p:ph type="title"/>
          </p:nvPr>
        </p:nvSpPr>
        <p:spPr>
          <a:xfrm>
            <a:off x="839788" y="457200"/>
            <a:ext cx="3932237" cy="1486018"/>
          </a:xfrm>
        </p:spPr>
        <p:txBody>
          <a:bodyPr anchor="b"/>
          <a:lstStyle>
            <a:lvl1pPr>
              <a:defRPr sz="3200"/>
            </a:lvl1pPr>
          </a:lstStyle>
          <a:p>
            <a:r>
              <a:rPr lang="en-US"/>
              <a:t>Click to edit Master title style</a:t>
            </a:r>
          </a:p>
        </p:txBody>
      </p:sp>
      <p:sp>
        <p:nvSpPr>
          <p:cNvPr id="9" name="Picture Placeholder 8">
            <a:extLst>
              <a:ext uri="{FF2B5EF4-FFF2-40B4-BE49-F238E27FC236}">
                <a16:creationId xmlns:a16="http://schemas.microsoft.com/office/drawing/2014/main" id="{C2FFEB80-DD5E-A79D-2002-6C04748AFCEA}"/>
              </a:ext>
            </a:extLst>
          </p:cNvPr>
          <p:cNvSpPr>
            <a:spLocks noGrp="1"/>
          </p:cNvSpPr>
          <p:nvPr>
            <p:ph type="pic" idx="1"/>
          </p:nvPr>
        </p:nvSpPr>
        <p:spPr>
          <a:xfrm>
            <a:off x="5180012" y="1173730"/>
            <a:ext cx="5448231" cy="3995007"/>
          </a:xfrm>
          <a:custGeom>
            <a:avLst/>
            <a:gdLst>
              <a:gd name="connsiteX0" fmla="*/ 754327 w 6172200"/>
              <a:gd name="connsiteY0" fmla="*/ 0 h 4525869"/>
              <a:gd name="connsiteX1" fmla="*/ 6172200 w 6172200"/>
              <a:gd name="connsiteY1" fmla="*/ 0 h 4525869"/>
              <a:gd name="connsiteX2" fmla="*/ 6172200 w 6172200"/>
              <a:gd name="connsiteY2" fmla="*/ 3771542 h 4525869"/>
              <a:gd name="connsiteX3" fmla="*/ 5417873 w 6172200"/>
              <a:gd name="connsiteY3" fmla="*/ 4525869 h 4525869"/>
              <a:gd name="connsiteX4" fmla="*/ 0 w 6172200"/>
              <a:gd name="connsiteY4" fmla="*/ 4525869 h 4525869"/>
              <a:gd name="connsiteX5" fmla="*/ 0 w 6172200"/>
              <a:gd name="connsiteY5" fmla="*/ 754327 h 4525869"/>
              <a:gd name="connsiteX6" fmla="*/ 754327 w 6172200"/>
              <a:gd name="connsiteY6" fmla="*/ 0 h 4525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200" h="4525869">
                <a:moveTo>
                  <a:pt x="754327" y="0"/>
                </a:moveTo>
                <a:lnTo>
                  <a:pt x="6172200" y="0"/>
                </a:lnTo>
                <a:lnTo>
                  <a:pt x="6172200" y="3771542"/>
                </a:lnTo>
                <a:cubicBezTo>
                  <a:pt x="6172200" y="4188145"/>
                  <a:pt x="5834476" y="4525869"/>
                  <a:pt x="5417873" y="4525869"/>
                </a:cubicBezTo>
                <a:lnTo>
                  <a:pt x="0" y="4525869"/>
                </a:lnTo>
                <a:lnTo>
                  <a:pt x="0" y="754327"/>
                </a:lnTo>
                <a:cubicBezTo>
                  <a:pt x="0" y="337724"/>
                  <a:pt x="337724" y="0"/>
                  <a:pt x="754327" y="0"/>
                </a:cubicBezTo>
                <a:close/>
              </a:path>
            </a:pathLst>
          </a:custGeom>
          <a:ln w="88900">
            <a:solidFill>
              <a:schemeClr val="bg1"/>
            </a:solidFill>
          </a:ln>
          <a:effectLst>
            <a:outerShdw blurRad="254000" algn="ctr" rotWithShape="0">
              <a:srgbClr val="000000">
                <a:alpha val="43000"/>
              </a:srgbClr>
            </a:outerShdw>
          </a:effectLst>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1F29E927-2548-5FF2-08BF-2F8276A7F4C2}"/>
              </a:ext>
            </a:extLst>
          </p:cNvPr>
          <p:cNvSpPr>
            <a:spLocks noGrp="1"/>
          </p:cNvSpPr>
          <p:nvPr>
            <p:ph type="body" sz="half" idx="2"/>
          </p:nvPr>
        </p:nvSpPr>
        <p:spPr>
          <a:xfrm>
            <a:off x="839788" y="2057400"/>
            <a:ext cx="3932237" cy="353961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C95A50-5DB4-9746-4530-415859C16163}"/>
              </a:ext>
            </a:extLst>
          </p:cNvPr>
          <p:cNvSpPr>
            <a:spLocks noGrp="1"/>
          </p:cNvSpPr>
          <p:nvPr>
            <p:ph type="dt" sz="half" idx="10"/>
          </p:nvPr>
        </p:nvSpPr>
        <p:spPr/>
        <p:txBody>
          <a:bodyPr/>
          <a:lstStyle/>
          <a:p>
            <a:fld id="{2528C907-7887-F644-86E2-1ED4260FAD91}" type="datetime2">
              <a:rPr lang="en-US" smtClean="0"/>
              <a:t>Tuesday, March 11, 2025</a:t>
            </a:fld>
            <a:endParaRPr lang="en-US"/>
          </a:p>
        </p:txBody>
      </p:sp>
      <p:sp>
        <p:nvSpPr>
          <p:cNvPr id="6" name="Footer Placeholder 5">
            <a:extLst>
              <a:ext uri="{FF2B5EF4-FFF2-40B4-BE49-F238E27FC236}">
                <a16:creationId xmlns:a16="http://schemas.microsoft.com/office/drawing/2014/main" id="{C1A299AE-58E5-770E-E8D7-CDF8F0512F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1302DF-E6A9-F0B1-592A-B70E8961208D}"/>
              </a:ext>
            </a:extLst>
          </p:cNvPr>
          <p:cNvSpPr>
            <a:spLocks noGrp="1"/>
          </p:cNvSpPr>
          <p:nvPr>
            <p:ph type="sldNum" sz="quarter" idx="12"/>
          </p:nvPr>
        </p:nvSpPr>
        <p:spPr/>
        <p:txBody>
          <a:bodyPr/>
          <a:lstStyle/>
          <a:p>
            <a:fld id="{17BDB469-BB8C-0C46-9793-E3A9CAC591C6}" type="slidenum">
              <a:rPr lang="en-US" smtClean="0"/>
              <a:t>‹#›</a:t>
            </a:fld>
            <a:endParaRPr lang="en-US"/>
          </a:p>
        </p:txBody>
      </p:sp>
    </p:spTree>
    <p:extLst>
      <p:ext uri="{BB962C8B-B14F-4D97-AF65-F5344CB8AC3E}">
        <p14:creationId xmlns:p14="http://schemas.microsoft.com/office/powerpoint/2010/main" val="26958153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FACD9-CCB6-F3D0-0B47-1F2CB67C8034}"/>
              </a:ext>
            </a:extLst>
          </p:cNvPr>
          <p:cNvSpPr>
            <a:spLocks noGrp="1"/>
          </p:cNvSpPr>
          <p:nvPr>
            <p:ph type="title"/>
          </p:nvPr>
        </p:nvSpPr>
        <p:spPr>
          <a:xfrm>
            <a:off x="839788" y="457200"/>
            <a:ext cx="3932237" cy="1486018"/>
          </a:xfrm>
        </p:spPr>
        <p:txBody>
          <a:bodyPr anchor="b"/>
          <a:lstStyle>
            <a:lvl1pPr>
              <a:defRPr sz="3200"/>
            </a:lvl1pPr>
          </a:lstStyle>
          <a:p>
            <a:r>
              <a:rPr lang="en-US"/>
              <a:t>Click to edit Master title style</a:t>
            </a:r>
          </a:p>
        </p:txBody>
      </p:sp>
      <p:sp>
        <p:nvSpPr>
          <p:cNvPr id="9" name="Picture Placeholder 8">
            <a:extLst>
              <a:ext uri="{FF2B5EF4-FFF2-40B4-BE49-F238E27FC236}">
                <a16:creationId xmlns:a16="http://schemas.microsoft.com/office/drawing/2014/main" id="{C2FFEB80-DD5E-A79D-2002-6C04748AFCEA}"/>
              </a:ext>
            </a:extLst>
          </p:cNvPr>
          <p:cNvSpPr>
            <a:spLocks noGrp="1"/>
          </p:cNvSpPr>
          <p:nvPr>
            <p:ph type="pic" idx="1"/>
          </p:nvPr>
        </p:nvSpPr>
        <p:spPr>
          <a:xfrm>
            <a:off x="5180012" y="642868"/>
            <a:ext cx="6172200" cy="5803525"/>
          </a:xfrm>
          <a:custGeom>
            <a:avLst/>
            <a:gdLst>
              <a:gd name="connsiteX0" fmla="*/ 754327 w 6172200"/>
              <a:gd name="connsiteY0" fmla="*/ 0 h 4525869"/>
              <a:gd name="connsiteX1" fmla="*/ 6172200 w 6172200"/>
              <a:gd name="connsiteY1" fmla="*/ 0 h 4525869"/>
              <a:gd name="connsiteX2" fmla="*/ 6172200 w 6172200"/>
              <a:gd name="connsiteY2" fmla="*/ 3771542 h 4525869"/>
              <a:gd name="connsiteX3" fmla="*/ 5417873 w 6172200"/>
              <a:gd name="connsiteY3" fmla="*/ 4525869 h 4525869"/>
              <a:gd name="connsiteX4" fmla="*/ 0 w 6172200"/>
              <a:gd name="connsiteY4" fmla="*/ 4525869 h 4525869"/>
              <a:gd name="connsiteX5" fmla="*/ 0 w 6172200"/>
              <a:gd name="connsiteY5" fmla="*/ 754327 h 4525869"/>
              <a:gd name="connsiteX6" fmla="*/ 754327 w 6172200"/>
              <a:gd name="connsiteY6" fmla="*/ 0 h 4525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200" h="4525869">
                <a:moveTo>
                  <a:pt x="754327" y="0"/>
                </a:moveTo>
                <a:lnTo>
                  <a:pt x="6172200" y="0"/>
                </a:lnTo>
                <a:lnTo>
                  <a:pt x="6172200" y="3771542"/>
                </a:lnTo>
                <a:cubicBezTo>
                  <a:pt x="6172200" y="4188145"/>
                  <a:pt x="5834476" y="4525869"/>
                  <a:pt x="5417873" y="4525869"/>
                </a:cubicBezTo>
                <a:lnTo>
                  <a:pt x="0" y="4525869"/>
                </a:lnTo>
                <a:lnTo>
                  <a:pt x="0" y="754327"/>
                </a:lnTo>
                <a:cubicBezTo>
                  <a:pt x="0" y="337724"/>
                  <a:pt x="337724" y="0"/>
                  <a:pt x="754327" y="0"/>
                </a:cubicBezTo>
                <a:close/>
              </a:path>
            </a:pathLst>
          </a:custGeom>
          <a:ln w="88900">
            <a:solidFill>
              <a:schemeClr val="bg1"/>
            </a:solidFill>
          </a:ln>
          <a:effectLst>
            <a:outerShdw blurRad="254000" algn="ctr" rotWithShape="0">
              <a:srgbClr val="000000">
                <a:alpha val="43000"/>
              </a:srgbClr>
            </a:outerShdw>
          </a:effectLst>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1F29E927-2548-5FF2-08BF-2F8276A7F4C2}"/>
              </a:ext>
            </a:extLst>
          </p:cNvPr>
          <p:cNvSpPr>
            <a:spLocks noGrp="1"/>
          </p:cNvSpPr>
          <p:nvPr>
            <p:ph type="body" sz="half" idx="2"/>
          </p:nvPr>
        </p:nvSpPr>
        <p:spPr>
          <a:xfrm>
            <a:off x="839788" y="2057400"/>
            <a:ext cx="3932237" cy="353961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C95A50-5DB4-9746-4530-415859C16163}"/>
              </a:ext>
            </a:extLst>
          </p:cNvPr>
          <p:cNvSpPr>
            <a:spLocks noGrp="1"/>
          </p:cNvSpPr>
          <p:nvPr>
            <p:ph type="dt" sz="half" idx="10"/>
          </p:nvPr>
        </p:nvSpPr>
        <p:spPr/>
        <p:txBody>
          <a:bodyPr/>
          <a:lstStyle/>
          <a:p>
            <a:fld id="{2528C907-7887-F644-86E2-1ED4260FAD91}" type="datetime2">
              <a:rPr lang="en-US" smtClean="0"/>
              <a:t>Tuesday, March 11, 2025</a:t>
            </a:fld>
            <a:endParaRPr lang="en-US"/>
          </a:p>
        </p:txBody>
      </p:sp>
      <p:sp>
        <p:nvSpPr>
          <p:cNvPr id="6" name="Footer Placeholder 5">
            <a:extLst>
              <a:ext uri="{FF2B5EF4-FFF2-40B4-BE49-F238E27FC236}">
                <a16:creationId xmlns:a16="http://schemas.microsoft.com/office/drawing/2014/main" id="{C1A299AE-58E5-770E-E8D7-CDF8F0512F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1302DF-E6A9-F0B1-592A-B70E8961208D}"/>
              </a:ext>
            </a:extLst>
          </p:cNvPr>
          <p:cNvSpPr>
            <a:spLocks noGrp="1"/>
          </p:cNvSpPr>
          <p:nvPr>
            <p:ph type="sldNum" sz="quarter" idx="12"/>
          </p:nvPr>
        </p:nvSpPr>
        <p:spPr/>
        <p:txBody>
          <a:bodyPr/>
          <a:lstStyle/>
          <a:p>
            <a:fld id="{17BDB469-BB8C-0C46-9793-E3A9CAC591C6}" type="slidenum">
              <a:rPr lang="en-US" smtClean="0"/>
              <a:t>‹#›</a:t>
            </a:fld>
            <a:endParaRPr lang="en-US"/>
          </a:p>
        </p:txBody>
      </p:sp>
      <p:sp>
        <p:nvSpPr>
          <p:cNvPr id="3" name="Isosceles Triangle 27">
            <a:extLst>
              <a:ext uri="{FF2B5EF4-FFF2-40B4-BE49-F238E27FC236}">
                <a16:creationId xmlns:a16="http://schemas.microsoft.com/office/drawing/2014/main" id="{74E13CB0-34C3-4DDB-C20F-945500C6AB53}"/>
              </a:ext>
            </a:extLst>
          </p:cNvPr>
          <p:cNvSpPr/>
          <p:nvPr userDrawn="1"/>
        </p:nvSpPr>
        <p:spPr>
          <a:xfrm rot="16048920" flipV="1">
            <a:off x="3907416" y="2793972"/>
            <a:ext cx="304501" cy="6706016"/>
          </a:xfrm>
          <a:prstGeom prst="triangle">
            <a:avLst>
              <a:gd name="adj" fmla="val 75469"/>
            </a:avLst>
          </a:prstGeom>
          <a:solidFill>
            <a:srgbClr val="E4AC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Isosceles Triangle 28">
            <a:extLst>
              <a:ext uri="{FF2B5EF4-FFF2-40B4-BE49-F238E27FC236}">
                <a16:creationId xmlns:a16="http://schemas.microsoft.com/office/drawing/2014/main" id="{65C82AFE-DC85-B74F-0232-2C11155E6BA4}"/>
              </a:ext>
            </a:extLst>
          </p:cNvPr>
          <p:cNvSpPr/>
          <p:nvPr userDrawn="1"/>
        </p:nvSpPr>
        <p:spPr>
          <a:xfrm rot="16200000" flipV="1">
            <a:off x="5958051" y="-72701"/>
            <a:ext cx="280976" cy="12197081"/>
          </a:xfrm>
          <a:prstGeom prst="triangle">
            <a:avLst>
              <a:gd name="adj" fmla="val 100000"/>
            </a:avLst>
          </a:prstGeom>
          <a:solidFill>
            <a:srgbClr val="137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29">
            <a:extLst>
              <a:ext uri="{FF2B5EF4-FFF2-40B4-BE49-F238E27FC236}">
                <a16:creationId xmlns:a16="http://schemas.microsoft.com/office/drawing/2014/main" id="{F1AF28A8-1E82-301A-745A-55793578B14E}"/>
              </a:ext>
            </a:extLst>
          </p:cNvPr>
          <p:cNvSpPr/>
          <p:nvPr userDrawn="1"/>
        </p:nvSpPr>
        <p:spPr>
          <a:xfrm rot="16200000" flipH="1">
            <a:off x="5972664" y="-334630"/>
            <a:ext cx="247958" cy="12192004"/>
          </a:xfrm>
          <a:prstGeom prst="triangle">
            <a:avLst>
              <a:gd name="adj" fmla="val 100000"/>
            </a:avLst>
          </a:prstGeom>
          <a:solidFill>
            <a:srgbClr val="D754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2345DFAF-4AB2-EDCA-6C0E-743E973EA894}"/>
              </a:ext>
            </a:extLst>
          </p:cNvPr>
          <p:cNvGrpSpPr/>
          <p:nvPr userDrawn="1"/>
        </p:nvGrpSpPr>
        <p:grpSpPr>
          <a:xfrm>
            <a:off x="-2" y="5637393"/>
            <a:ext cx="12197081" cy="661837"/>
            <a:chOff x="-2" y="5637393"/>
            <a:chExt cx="12197081" cy="661837"/>
          </a:xfrm>
        </p:grpSpPr>
        <p:sp>
          <p:nvSpPr>
            <p:cNvPr id="12" name="Isosceles Triangle 27">
              <a:extLst>
                <a:ext uri="{FF2B5EF4-FFF2-40B4-BE49-F238E27FC236}">
                  <a16:creationId xmlns:a16="http://schemas.microsoft.com/office/drawing/2014/main" id="{0F1CC468-08C7-E4E7-5F60-DCD2FF8DC687}"/>
                </a:ext>
              </a:extLst>
            </p:cNvPr>
            <p:cNvSpPr/>
            <p:nvPr userDrawn="1"/>
          </p:nvSpPr>
          <p:spPr>
            <a:xfrm rot="16048920" flipV="1">
              <a:off x="3907416" y="2793972"/>
              <a:ext cx="304501" cy="6706016"/>
            </a:xfrm>
            <a:prstGeom prst="triangle">
              <a:avLst>
                <a:gd name="adj" fmla="val 75469"/>
              </a:avLst>
            </a:prstGeom>
            <a:solidFill>
              <a:srgbClr val="E4AC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Isosceles Triangle 28">
              <a:extLst>
                <a:ext uri="{FF2B5EF4-FFF2-40B4-BE49-F238E27FC236}">
                  <a16:creationId xmlns:a16="http://schemas.microsoft.com/office/drawing/2014/main" id="{CCC48188-FB26-9E45-464D-86C782EB4F15}"/>
                </a:ext>
              </a:extLst>
            </p:cNvPr>
            <p:cNvSpPr/>
            <p:nvPr userDrawn="1"/>
          </p:nvSpPr>
          <p:spPr>
            <a:xfrm rot="16200000" flipV="1">
              <a:off x="5958051" y="-72701"/>
              <a:ext cx="280976" cy="12197081"/>
            </a:xfrm>
            <a:prstGeom prst="triangle">
              <a:avLst>
                <a:gd name="adj" fmla="val 100000"/>
              </a:avLst>
            </a:prstGeom>
            <a:solidFill>
              <a:srgbClr val="137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29">
              <a:extLst>
                <a:ext uri="{FF2B5EF4-FFF2-40B4-BE49-F238E27FC236}">
                  <a16:creationId xmlns:a16="http://schemas.microsoft.com/office/drawing/2014/main" id="{F4DBAAB4-D944-323B-EB81-60E5E0568C6E}"/>
                </a:ext>
              </a:extLst>
            </p:cNvPr>
            <p:cNvSpPr/>
            <p:nvPr userDrawn="1"/>
          </p:nvSpPr>
          <p:spPr>
            <a:xfrm rot="16200000" flipH="1">
              <a:off x="5972664" y="-334630"/>
              <a:ext cx="247958" cy="12192004"/>
            </a:xfrm>
            <a:prstGeom prst="triangle">
              <a:avLst>
                <a:gd name="adj" fmla="val 100000"/>
              </a:avLst>
            </a:prstGeom>
            <a:solidFill>
              <a:srgbClr val="D754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8158075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A84D4-C60B-3EEA-43D3-A0DD64EB935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F29EA49-10FE-926D-F11B-52E0297952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31A5E5-B8D7-C4F7-010C-25E831F8D1FC}"/>
              </a:ext>
            </a:extLst>
          </p:cNvPr>
          <p:cNvSpPr>
            <a:spLocks noGrp="1"/>
          </p:cNvSpPr>
          <p:nvPr>
            <p:ph type="dt" sz="half" idx="10"/>
          </p:nvPr>
        </p:nvSpPr>
        <p:spPr/>
        <p:txBody>
          <a:bodyPr/>
          <a:lstStyle/>
          <a:p>
            <a:fld id="{710CC132-4A31-F24E-AE90-BC0F410727CB}" type="datetime2">
              <a:rPr lang="en-US" smtClean="0"/>
              <a:t>Tuesday, March 11, 2025</a:t>
            </a:fld>
            <a:endParaRPr lang="en-US"/>
          </a:p>
        </p:txBody>
      </p:sp>
      <p:sp>
        <p:nvSpPr>
          <p:cNvPr id="5" name="Footer Placeholder 4">
            <a:extLst>
              <a:ext uri="{FF2B5EF4-FFF2-40B4-BE49-F238E27FC236}">
                <a16:creationId xmlns:a16="http://schemas.microsoft.com/office/drawing/2014/main" id="{580D606E-0351-6892-9A03-D4221BBC02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B627A4-4297-7365-223E-01940B97A44F}"/>
              </a:ext>
            </a:extLst>
          </p:cNvPr>
          <p:cNvSpPr>
            <a:spLocks noGrp="1"/>
          </p:cNvSpPr>
          <p:nvPr>
            <p:ph type="sldNum" sz="quarter" idx="12"/>
          </p:nvPr>
        </p:nvSpPr>
        <p:spPr/>
        <p:txBody>
          <a:bodyPr/>
          <a:lstStyle/>
          <a:p>
            <a:fld id="{17BDB469-BB8C-0C46-9793-E3A9CAC591C6}" type="slidenum">
              <a:rPr lang="en-US" smtClean="0"/>
              <a:t>‹#›</a:t>
            </a:fld>
            <a:endParaRPr lang="en-US"/>
          </a:p>
        </p:txBody>
      </p:sp>
    </p:spTree>
    <p:extLst>
      <p:ext uri="{BB962C8B-B14F-4D97-AF65-F5344CB8AC3E}">
        <p14:creationId xmlns:p14="http://schemas.microsoft.com/office/powerpoint/2010/main" val="327170389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F74AD3-A241-EB00-EDF3-81C72EAA7F94}"/>
              </a:ext>
            </a:extLst>
          </p:cNvPr>
          <p:cNvSpPr>
            <a:spLocks noGrp="1"/>
          </p:cNvSpPr>
          <p:nvPr>
            <p:ph type="title" orient="vert"/>
          </p:nvPr>
        </p:nvSpPr>
        <p:spPr>
          <a:xfrm>
            <a:off x="8724900" y="365125"/>
            <a:ext cx="2628900" cy="5134722"/>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92BCD7E-E063-9E65-0D1D-A2A058FE36D6}"/>
              </a:ext>
            </a:extLst>
          </p:cNvPr>
          <p:cNvSpPr>
            <a:spLocks noGrp="1"/>
          </p:cNvSpPr>
          <p:nvPr>
            <p:ph type="body" orient="vert" idx="1"/>
          </p:nvPr>
        </p:nvSpPr>
        <p:spPr>
          <a:xfrm>
            <a:off x="838200" y="365125"/>
            <a:ext cx="7734300" cy="51347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5E65FB-54EF-5234-1CBC-A49D9B194DEC}"/>
              </a:ext>
            </a:extLst>
          </p:cNvPr>
          <p:cNvSpPr>
            <a:spLocks noGrp="1"/>
          </p:cNvSpPr>
          <p:nvPr>
            <p:ph type="dt" sz="half" idx="10"/>
          </p:nvPr>
        </p:nvSpPr>
        <p:spPr/>
        <p:txBody>
          <a:bodyPr/>
          <a:lstStyle/>
          <a:p>
            <a:fld id="{A358F5A7-6FEA-B54F-8D03-80B203872196}" type="datetime2">
              <a:rPr lang="en-US" smtClean="0"/>
              <a:t>Tuesday, March 11, 2025</a:t>
            </a:fld>
            <a:endParaRPr lang="en-US"/>
          </a:p>
        </p:txBody>
      </p:sp>
      <p:sp>
        <p:nvSpPr>
          <p:cNvPr id="5" name="Footer Placeholder 4">
            <a:extLst>
              <a:ext uri="{FF2B5EF4-FFF2-40B4-BE49-F238E27FC236}">
                <a16:creationId xmlns:a16="http://schemas.microsoft.com/office/drawing/2014/main" id="{93E62623-0DA7-F37F-C4F4-DFAB6B7DFC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E4B7EC-2987-754F-B696-158429B2C757}"/>
              </a:ext>
            </a:extLst>
          </p:cNvPr>
          <p:cNvSpPr>
            <a:spLocks noGrp="1"/>
          </p:cNvSpPr>
          <p:nvPr>
            <p:ph type="sldNum" sz="quarter" idx="12"/>
          </p:nvPr>
        </p:nvSpPr>
        <p:spPr/>
        <p:txBody>
          <a:bodyPr/>
          <a:lstStyle/>
          <a:p>
            <a:fld id="{17BDB469-BB8C-0C46-9793-E3A9CAC591C6}" type="slidenum">
              <a:rPr lang="en-US" smtClean="0"/>
              <a:t>‹#›</a:t>
            </a:fld>
            <a:endParaRPr lang="en-US"/>
          </a:p>
        </p:txBody>
      </p:sp>
    </p:spTree>
    <p:extLst>
      <p:ext uri="{BB962C8B-B14F-4D97-AF65-F5344CB8AC3E}">
        <p14:creationId xmlns:p14="http://schemas.microsoft.com/office/powerpoint/2010/main" val="1674649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84433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18" Type="http://schemas.openxmlformats.org/officeDocument/2006/relationships/slideLayout" Target="../slideLayouts/slideLayout28.xml"/><Relationship Id="rId26" Type="http://schemas.openxmlformats.org/officeDocument/2006/relationships/image" Target="../media/image2.png"/><Relationship Id="rId3" Type="http://schemas.openxmlformats.org/officeDocument/2006/relationships/slideLayout" Target="../slideLayouts/slideLayout13.xml"/><Relationship Id="rId21" Type="http://schemas.openxmlformats.org/officeDocument/2006/relationships/slideLayout" Target="../slideLayouts/slideLayout31.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17" Type="http://schemas.openxmlformats.org/officeDocument/2006/relationships/slideLayout" Target="../slideLayouts/slideLayout27.xml"/><Relationship Id="rId25" Type="http://schemas.openxmlformats.org/officeDocument/2006/relationships/theme" Target="../theme/theme2.xml"/><Relationship Id="rId2" Type="http://schemas.openxmlformats.org/officeDocument/2006/relationships/slideLayout" Target="../slideLayouts/slideLayout12.xml"/><Relationship Id="rId16" Type="http://schemas.openxmlformats.org/officeDocument/2006/relationships/slideLayout" Target="../slideLayouts/slideLayout26.xml"/><Relationship Id="rId20" Type="http://schemas.openxmlformats.org/officeDocument/2006/relationships/slideLayout" Target="../slideLayouts/slideLayout30.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24" Type="http://schemas.openxmlformats.org/officeDocument/2006/relationships/slideLayout" Target="../slideLayouts/slideLayout34.xml"/><Relationship Id="rId5" Type="http://schemas.openxmlformats.org/officeDocument/2006/relationships/slideLayout" Target="../slideLayouts/slideLayout15.xml"/><Relationship Id="rId15" Type="http://schemas.openxmlformats.org/officeDocument/2006/relationships/slideLayout" Target="../slideLayouts/slideLayout25.xml"/><Relationship Id="rId23" Type="http://schemas.openxmlformats.org/officeDocument/2006/relationships/slideLayout" Target="../slideLayouts/slideLayout33.xml"/><Relationship Id="rId10" Type="http://schemas.openxmlformats.org/officeDocument/2006/relationships/slideLayout" Target="../slideLayouts/slideLayout20.xml"/><Relationship Id="rId19" Type="http://schemas.openxmlformats.org/officeDocument/2006/relationships/slideLayout" Target="../slideLayouts/slideLayout29.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 Id="rId22"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4E5D7D2C-3077-2F42-A8CF-7192BBF79C05}" type="datetimeFigureOut">
              <a:rPr lang="en-US" smtClean="0"/>
              <a:t>3/11/2025</a:t>
            </a:fld>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5CCC1BA6-C570-B043-B96E-9D6A363A290A}" type="slidenum">
              <a:rPr lang="en-US" smtClean="0"/>
              <a:t>‹#›</a:t>
            </a:fld>
            <a:endParaRPr lang="en-US"/>
          </a:p>
        </p:txBody>
      </p:sp>
      <p:sp>
        <p:nvSpPr>
          <p:cNvPr id="9" name="Rectangle 8" title="Side bar"/>
          <p:cNvSpPr/>
          <p:nvPr/>
        </p:nvSpPr>
        <p:spPr>
          <a:xfrm>
            <a:off x="526093" y="685800"/>
            <a:ext cx="255758" cy="5181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8" name="Group 7">
            <a:extLst>
              <a:ext uri="{FF2B5EF4-FFF2-40B4-BE49-F238E27FC236}">
                <a16:creationId xmlns:a16="http://schemas.microsoft.com/office/drawing/2014/main" id="{4B78A473-F582-114F-B615-F3A7214F3535}"/>
              </a:ext>
            </a:extLst>
          </p:cNvPr>
          <p:cNvGrpSpPr/>
          <p:nvPr userDrawn="1"/>
        </p:nvGrpSpPr>
        <p:grpSpPr>
          <a:xfrm>
            <a:off x="8963787" y="3718814"/>
            <a:ext cx="3198337" cy="3139614"/>
            <a:chOff x="11981357" y="4958419"/>
            <a:chExt cx="4275026" cy="4186152"/>
          </a:xfrm>
        </p:grpSpPr>
        <p:sp>
          <p:nvSpPr>
            <p:cNvPr id="10" name="object 3">
              <a:extLst>
                <a:ext uri="{FF2B5EF4-FFF2-40B4-BE49-F238E27FC236}">
                  <a16:creationId xmlns:a16="http://schemas.microsoft.com/office/drawing/2014/main" id="{49553654-7348-F046-92E6-9B6ECCAC1A62}"/>
                </a:ext>
              </a:extLst>
            </p:cNvPr>
            <p:cNvSpPr/>
            <p:nvPr/>
          </p:nvSpPr>
          <p:spPr>
            <a:xfrm>
              <a:off x="11981357" y="8346647"/>
              <a:ext cx="2252345" cy="797560"/>
            </a:xfrm>
            <a:custGeom>
              <a:avLst/>
              <a:gdLst/>
              <a:ahLst/>
              <a:cxnLst/>
              <a:rect l="l" t="t" r="r" b="b"/>
              <a:pathLst>
                <a:path w="2252344" h="797559">
                  <a:moveTo>
                    <a:pt x="2091300" y="0"/>
                  </a:moveTo>
                  <a:lnTo>
                    <a:pt x="1653462" y="136110"/>
                  </a:lnTo>
                  <a:lnTo>
                    <a:pt x="260916" y="663699"/>
                  </a:lnTo>
                  <a:lnTo>
                    <a:pt x="26329" y="781923"/>
                  </a:lnTo>
                  <a:lnTo>
                    <a:pt x="0" y="797351"/>
                  </a:lnTo>
                  <a:lnTo>
                    <a:pt x="2251809" y="797351"/>
                  </a:lnTo>
                  <a:lnTo>
                    <a:pt x="2240585" y="750769"/>
                  </a:lnTo>
                  <a:lnTo>
                    <a:pt x="2228756" y="700478"/>
                  </a:lnTo>
                  <a:lnTo>
                    <a:pt x="2217209" y="650184"/>
                  </a:lnTo>
                  <a:lnTo>
                    <a:pt x="2205941" y="599896"/>
                  </a:lnTo>
                  <a:lnTo>
                    <a:pt x="2194949" y="549622"/>
                  </a:lnTo>
                  <a:lnTo>
                    <a:pt x="2184229" y="499371"/>
                  </a:lnTo>
                  <a:lnTo>
                    <a:pt x="2173778" y="449151"/>
                  </a:lnTo>
                  <a:lnTo>
                    <a:pt x="2163593" y="398972"/>
                  </a:lnTo>
                  <a:lnTo>
                    <a:pt x="2153671" y="348840"/>
                  </a:lnTo>
                  <a:lnTo>
                    <a:pt x="2144009" y="298766"/>
                  </a:lnTo>
                  <a:lnTo>
                    <a:pt x="2134602" y="248758"/>
                  </a:lnTo>
                  <a:lnTo>
                    <a:pt x="2125449" y="198824"/>
                  </a:lnTo>
                  <a:lnTo>
                    <a:pt x="2116545" y="148972"/>
                  </a:lnTo>
                  <a:lnTo>
                    <a:pt x="2107888" y="99212"/>
                  </a:lnTo>
                  <a:lnTo>
                    <a:pt x="2099474" y="49551"/>
                  </a:lnTo>
                  <a:lnTo>
                    <a:pt x="2091300" y="0"/>
                  </a:lnTo>
                  <a:close/>
                </a:path>
              </a:pathLst>
            </a:custGeom>
            <a:solidFill>
              <a:srgbClr val="CC654A">
                <a:alpha val="71998"/>
              </a:srgbClr>
            </a:solidFill>
          </p:spPr>
          <p:txBody>
            <a:bodyPr wrap="square" lIns="0" tIns="0" rIns="0" bIns="0" rtlCol="0"/>
            <a:lstStyle/>
            <a:p>
              <a:endParaRPr/>
            </a:p>
          </p:txBody>
        </p:sp>
        <p:sp>
          <p:nvSpPr>
            <p:cNvPr id="11" name="object 4">
              <a:extLst>
                <a:ext uri="{FF2B5EF4-FFF2-40B4-BE49-F238E27FC236}">
                  <a16:creationId xmlns:a16="http://schemas.microsoft.com/office/drawing/2014/main" id="{549215F8-322F-3545-906E-FD7657B4CA09}"/>
                </a:ext>
              </a:extLst>
            </p:cNvPr>
            <p:cNvSpPr/>
            <p:nvPr/>
          </p:nvSpPr>
          <p:spPr>
            <a:xfrm>
              <a:off x="13900033" y="5409236"/>
              <a:ext cx="1657350" cy="2937510"/>
            </a:xfrm>
            <a:custGeom>
              <a:avLst/>
              <a:gdLst/>
              <a:ahLst/>
              <a:cxnLst/>
              <a:rect l="l" t="t" r="r" b="b"/>
              <a:pathLst>
                <a:path w="1657350" h="2937509">
                  <a:moveTo>
                    <a:pt x="17325" y="0"/>
                  </a:moveTo>
                  <a:lnTo>
                    <a:pt x="5975" y="240171"/>
                  </a:lnTo>
                  <a:lnTo>
                    <a:pt x="0" y="885240"/>
                  </a:lnTo>
                  <a:lnTo>
                    <a:pt x="41511" y="1822042"/>
                  </a:lnTo>
                  <a:lnTo>
                    <a:pt x="172621" y="2937408"/>
                  </a:lnTo>
                  <a:lnTo>
                    <a:pt x="362933" y="2881513"/>
                  </a:lnTo>
                  <a:lnTo>
                    <a:pt x="507419" y="2841611"/>
                  </a:lnTo>
                  <a:lnTo>
                    <a:pt x="653246" y="2803606"/>
                  </a:lnTo>
                  <a:lnTo>
                    <a:pt x="800271" y="2767647"/>
                  </a:lnTo>
                  <a:lnTo>
                    <a:pt x="948349" y="2733886"/>
                  </a:lnTo>
                  <a:lnTo>
                    <a:pt x="997918" y="2723146"/>
                  </a:lnTo>
                  <a:lnTo>
                    <a:pt x="1011908" y="2671276"/>
                  </a:lnTo>
                  <a:lnTo>
                    <a:pt x="1026173" y="2619542"/>
                  </a:lnTo>
                  <a:lnTo>
                    <a:pt x="1040706" y="2567952"/>
                  </a:lnTo>
                  <a:lnTo>
                    <a:pt x="1055499" y="2516512"/>
                  </a:lnTo>
                  <a:lnTo>
                    <a:pt x="1070544" y="2465229"/>
                  </a:lnTo>
                  <a:lnTo>
                    <a:pt x="1085833" y="2414110"/>
                  </a:lnTo>
                  <a:lnTo>
                    <a:pt x="1101359" y="2363162"/>
                  </a:lnTo>
                  <a:lnTo>
                    <a:pt x="1117113" y="2312391"/>
                  </a:lnTo>
                  <a:lnTo>
                    <a:pt x="1133088" y="2261805"/>
                  </a:lnTo>
                  <a:lnTo>
                    <a:pt x="1149276" y="2211410"/>
                  </a:lnTo>
                  <a:lnTo>
                    <a:pt x="1165669" y="2161212"/>
                  </a:lnTo>
                  <a:lnTo>
                    <a:pt x="1182259" y="2111220"/>
                  </a:lnTo>
                  <a:lnTo>
                    <a:pt x="1199039" y="2061439"/>
                  </a:lnTo>
                  <a:lnTo>
                    <a:pt x="1216000" y="2011877"/>
                  </a:lnTo>
                  <a:lnTo>
                    <a:pt x="1233135" y="1962539"/>
                  </a:lnTo>
                  <a:lnTo>
                    <a:pt x="1250437" y="1913434"/>
                  </a:lnTo>
                  <a:lnTo>
                    <a:pt x="1267896" y="1864568"/>
                  </a:lnTo>
                  <a:lnTo>
                    <a:pt x="1285505" y="1815947"/>
                  </a:lnTo>
                  <a:lnTo>
                    <a:pt x="1303258" y="1767579"/>
                  </a:lnTo>
                  <a:lnTo>
                    <a:pt x="1321144" y="1719470"/>
                  </a:lnTo>
                  <a:lnTo>
                    <a:pt x="1339158" y="1671628"/>
                  </a:lnTo>
                  <a:lnTo>
                    <a:pt x="1357291" y="1624058"/>
                  </a:lnTo>
                  <a:lnTo>
                    <a:pt x="1375535" y="1576768"/>
                  </a:lnTo>
                  <a:lnTo>
                    <a:pt x="1393882" y="1529764"/>
                  </a:lnTo>
                  <a:lnTo>
                    <a:pt x="1412325" y="1483054"/>
                  </a:lnTo>
                  <a:lnTo>
                    <a:pt x="1430855" y="1436645"/>
                  </a:lnTo>
                  <a:lnTo>
                    <a:pt x="1449465" y="1390542"/>
                  </a:lnTo>
                  <a:lnTo>
                    <a:pt x="1468148" y="1344753"/>
                  </a:lnTo>
                  <a:lnTo>
                    <a:pt x="1486894" y="1299285"/>
                  </a:lnTo>
                  <a:lnTo>
                    <a:pt x="1505697" y="1254144"/>
                  </a:lnTo>
                  <a:lnTo>
                    <a:pt x="1524549" y="1209337"/>
                  </a:lnTo>
                  <a:lnTo>
                    <a:pt x="1543441" y="1164872"/>
                  </a:lnTo>
                  <a:lnTo>
                    <a:pt x="1562367" y="1120754"/>
                  </a:lnTo>
                  <a:lnTo>
                    <a:pt x="1581317" y="1076991"/>
                  </a:lnTo>
                  <a:lnTo>
                    <a:pt x="1600285" y="1033590"/>
                  </a:lnTo>
                  <a:lnTo>
                    <a:pt x="1619262" y="990557"/>
                  </a:lnTo>
                  <a:lnTo>
                    <a:pt x="1638240" y="947900"/>
                  </a:lnTo>
                  <a:lnTo>
                    <a:pt x="1657213" y="905624"/>
                  </a:lnTo>
                  <a:lnTo>
                    <a:pt x="1122648" y="566104"/>
                  </a:lnTo>
                  <a:lnTo>
                    <a:pt x="773637" y="358595"/>
                  </a:lnTo>
                  <a:lnTo>
                    <a:pt x="456443" y="198194"/>
                  </a:lnTo>
                  <a:lnTo>
                    <a:pt x="17325" y="0"/>
                  </a:lnTo>
                  <a:close/>
                </a:path>
              </a:pathLst>
            </a:custGeom>
            <a:solidFill>
              <a:srgbClr val="558DC9">
                <a:alpha val="71998"/>
              </a:srgbClr>
            </a:solidFill>
          </p:spPr>
          <p:txBody>
            <a:bodyPr wrap="square" lIns="0" tIns="0" rIns="0" bIns="0" rtlCol="0"/>
            <a:lstStyle/>
            <a:p>
              <a:endParaRPr/>
            </a:p>
          </p:txBody>
        </p:sp>
        <p:sp>
          <p:nvSpPr>
            <p:cNvPr id="12" name="object 5">
              <a:extLst>
                <a:ext uri="{FF2B5EF4-FFF2-40B4-BE49-F238E27FC236}">
                  <a16:creationId xmlns:a16="http://schemas.microsoft.com/office/drawing/2014/main" id="{84BC68BC-9337-5C4B-AF92-BAEA6DACD844}"/>
                </a:ext>
              </a:extLst>
            </p:cNvPr>
            <p:cNvSpPr/>
            <p:nvPr/>
          </p:nvSpPr>
          <p:spPr>
            <a:xfrm>
              <a:off x="14072657" y="8132381"/>
              <a:ext cx="825500" cy="1012190"/>
            </a:xfrm>
            <a:custGeom>
              <a:avLst/>
              <a:gdLst/>
              <a:ahLst/>
              <a:cxnLst/>
              <a:rect l="l" t="t" r="r" b="b"/>
              <a:pathLst>
                <a:path w="825500" h="1012190">
                  <a:moveTo>
                    <a:pt x="825296" y="0"/>
                  </a:moveTo>
                  <a:lnTo>
                    <a:pt x="775728" y="10739"/>
                  </a:lnTo>
                  <a:lnTo>
                    <a:pt x="627649" y="44501"/>
                  </a:lnTo>
                  <a:lnTo>
                    <a:pt x="480624" y="80459"/>
                  </a:lnTo>
                  <a:lnTo>
                    <a:pt x="334797" y="118464"/>
                  </a:lnTo>
                  <a:lnTo>
                    <a:pt x="190311" y="158366"/>
                  </a:lnTo>
                  <a:lnTo>
                    <a:pt x="0" y="214261"/>
                  </a:lnTo>
                  <a:lnTo>
                    <a:pt x="8174" y="263814"/>
                  </a:lnTo>
                  <a:lnTo>
                    <a:pt x="16588" y="313476"/>
                  </a:lnTo>
                  <a:lnTo>
                    <a:pt x="25245" y="363237"/>
                  </a:lnTo>
                  <a:lnTo>
                    <a:pt x="34149" y="413089"/>
                  </a:lnTo>
                  <a:lnTo>
                    <a:pt x="43302" y="463024"/>
                  </a:lnTo>
                  <a:lnTo>
                    <a:pt x="52709" y="513033"/>
                  </a:lnTo>
                  <a:lnTo>
                    <a:pt x="62371" y="563108"/>
                  </a:lnTo>
                  <a:lnTo>
                    <a:pt x="72293" y="613239"/>
                  </a:lnTo>
                  <a:lnTo>
                    <a:pt x="82478" y="663419"/>
                  </a:lnTo>
                  <a:lnTo>
                    <a:pt x="92929" y="713638"/>
                  </a:lnTo>
                  <a:lnTo>
                    <a:pt x="103649" y="763889"/>
                  </a:lnTo>
                  <a:lnTo>
                    <a:pt x="114641" y="814163"/>
                  </a:lnTo>
                  <a:lnTo>
                    <a:pt x="125909" y="864450"/>
                  </a:lnTo>
                  <a:lnTo>
                    <a:pt x="137456" y="914744"/>
                  </a:lnTo>
                  <a:lnTo>
                    <a:pt x="149285" y="965034"/>
                  </a:lnTo>
                  <a:lnTo>
                    <a:pt x="160509" y="1011618"/>
                  </a:lnTo>
                  <a:lnTo>
                    <a:pt x="620865" y="1011618"/>
                  </a:lnTo>
                  <a:lnTo>
                    <a:pt x="621172" y="1009236"/>
                  </a:lnTo>
                  <a:lnTo>
                    <a:pt x="627961" y="959477"/>
                  </a:lnTo>
                  <a:lnTo>
                    <a:pt x="635117" y="909707"/>
                  </a:lnTo>
                  <a:lnTo>
                    <a:pt x="642631" y="859937"/>
                  </a:lnTo>
                  <a:lnTo>
                    <a:pt x="650499" y="810175"/>
                  </a:lnTo>
                  <a:lnTo>
                    <a:pt x="658711" y="760429"/>
                  </a:lnTo>
                  <a:lnTo>
                    <a:pt x="667263" y="710710"/>
                  </a:lnTo>
                  <a:lnTo>
                    <a:pt x="676147" y="661027"/>
                  </a:lnTo>
                  <a:lnTo>
                    <a:pt x="685356" y="611388"/>
                  </a:lnTo>
                  <a:lnTo>
                    <a:pt x="694883" y="561802"/>
                  </a:lnTo>
                  <a:lnTo>
                    <a:pt x="704722" y="512279"/>
                  </a:lnTo>
                  <a:lnTo>
                    <a:pt x="715358" y="460650"/>
                  </a:lnTo>
                  <a:lnTo>
                    <a:pt x="726327" y="409099"/>
                  </a:lnTo>
                  <a:lnTo>
                    <a:pt x="737623" y="357631"/>
                  </a:lnTo>
                  <a:lnTo>
                    <a:pt x="749240" y="306249"/>
                  </a:lnTo>
                  <a:lnTo>
                    <a:pt x="761171" y="254958"/>
                  </a:lnTo>
                  <a:lnTo>
                    <a:pt x="773409" y="203762"/>
                  </a:lnTo>
                  <a:lnTo>
                    <a:pt x="785947" y="152664"/>
                  </a:lnTo>
                  <a:lnTo>
                    <a:pt x="798778" y="101668"/>
                  </a:lnTo>
                  <a:lnTo>
                    <a:pt x="811897" y="50779"/>
                  </a:lnTo>
                  <a:lnTo>
                    <a:pt x="825296" y="0"/>
                  </a:lnTo>
                  <a:close/>
                </a:path>
              </a:pathLst>
            </a:custGeom>
            <a:solidFill>
              <a:srgbClr val="66494F">
                <a:alpha val="71998"/>
              </a:srgbClr>
            </a:solidFill>
          </p:spPr>
          <p:txBody>
            <a:bodyPr wrap="square" lIns="0" tIns="0" rIns="0" bIns="0" rtlCol="0"/>
            <a:lstStyle/>
            <a:p>
              <a:endParaRPr/>
            </a:p>
          </p:txBody>
        </p:sp>
        <p:sp>
          <p:nvSpPr>
            <p:cNvPr id="13" name="object 6">
              <a:extLst>
                <a:ext uri="{FF2B5EF4-FFF2-40B4-BE49-F238E27FC236}">
                  <a16:creationId xmlns:a16="http://schemas.microsoft.com/office/drawing/2014/main" id="{1229F691-40A1-114F-8195-6608B7CEB7EB}"/>
                </a:ext>
              </a:extLst>
            </p:cNvPr>
            <p:cNvSpPr/>
            <p:nvPr/>
          </p:nvSpPr>
          <p:spPr>
            <a:xfrm>
              <a:off x="15557248" y="4958419"/>
              <a:ext cx="699135" cy="1834514"/>
            </a:xfrm>
            <a:custGeom>
              <a:avLst/>
              <a:gdLst/>
              <a:ahLst/>
              <a:cxnLst/>
              <a:rect l="l" t="t" r="r" b="b"/>
              <a:pathLst>
                <a:path w="699134" h="1834515">
                  <a:moveTo>
                    <a:pt x="698751" y="0"/>
                  </a:moveTo>
                  <a:lnTo>
                    <a:pt x="586239" y="193797"/>
                  </a:lnTo>
                  <a:lnTo>
                    <a:pt x="314264" y="702299"/>
                  </a:lnTo>
                  <a:lnTo>
                    <a:pt x="0" y="1356434"/>
                  </a:lnTo>
                  <a:lnTo>
                    <a:pt x="40208" y="1382239"/>
                  </a:lnTo>
                  <a:lnTo>
                    <a:pt x="203035" y="1488707"/>
                  </a:lnTo>
                  <a:lnTo>
                    <a:pt x="326946" y="1571932"/>
                  </a:lnTo>
                  <a:lnTo>
                    <a:pt x="452067" y="1658008"/>
                  </a:lnTo>
                  <a:lnTo>
                    <a:pt x="578105" y="1746900"/>
                  </a:lnTo>
                  <a:lnTo>
                    <a:pt x="698751" y="1834178"/>
                  </a:lnTo>
                  <a:lnTo>
                    <a:pt x="698751" y="0"/>
                  </a:lnTo>
                  <a:close/>
                </a:path>
              </a:pathLst>
            </a:custGeom>
            <a:solidFill>
              <a:srgbClr val="E3AB63">
                <a:alpha val="71998"/>
              </a:srgbClr>
            </a:solidFill>
          </p:spPr>
          <p:txBody>
            <a:bodyPr wrap="square" lIns="0" tIns="0" rIns="0" bIns="0" rtlCol="0"/>
            <a:lstStyle/>
            <a:p>
              <a:endParaRPr/>
            </a:p>
          </p:txBody>
        </p:sp>
        <p:sp>
          <p:nvSpPr>
            <p:cNvPr id="14" name="object 7">
              <a:extLst>
                <a:ext uri="{FF2B5EF4-FFF2-40B4-BE49-F238E27FC236}">
                  <a16:creationId xmlns:a16="http://schemas.microsoft.com/office/drawing/2014/main" id="{A1D0E5A6-0FF3-EC45-823B-A7A281A1E3BF}"/>
                </a:ext>
              </a:extLst>
            </p:cNvPr>
            <p:cNvSpPr/>
            <p:nvPr/>
          </p:nvSpPr>
          <p:spPr>
            <a:xfrm>
              <a:off x="14897952" y="6314855"/>
              <a:ext cx="1358265" cy="1818005"/>
            </a:xfrm>
            <a:custGeom>
              <a:avLst/>
              <a:gdLst/>
              <a:ahLst/>
              <a:cxnLst/>
              <a:rect l="l" t="t" r="r" b="b"/>
              <a:pathLst>
                <a:path w="1358265" h="1818004">
                  <a:moveTo>
                    <a:pt x="659295" y="0"/>
                  </a:moveTo>
                  <a:lnTo>
                    <a:pt x="640322" y="42275"/>
                  </a:lnTo>
                  <a:lnTo>
                    <a:pt x="621343" y="84933"/>
                  </a:lnTo>
                  <a:lnTo>
                    <a:pt x="602366" y="127966"/>
                  </a:lnTo>
                  <a:lnTo>
                    <a:pt x="583399" y="171367"/>
                  </a:lnTo>
                  <a:lnTo>
                    <a:pt x="564448" y="215130"/>
                  </a:lnTo>
                  <a:lnTo>
                    <a:pt x="545523" y="259247"/>
                  </a:lnTo>
                  <a:lnTo>
                    <a:pt x="526631" y="303713"/>
                  </a:lnTo>
                  <a:lnTo>
                    <a:pt x="507779" y="348520"/>
                  </a:lnTo>
                  <a:lnTo>
                    <a:pt x="488976" y="393660"/>
                  </a:lnTo>
                  <a:lnTo>
                    <a:pt x="470229" y="439129"/>
                  </a:lnTo>
                  <a:lnTo>
                    <a:pt x="451547" y="484918"/>
                  </a:lnTo>
                  <a:lnTo>
                    <a:pt x="432937" y="531021"/>
                  </a:lnTo>
                  <a:lnTo>
                    <a:pt x="414406" y="577431"/>
                  </a:lnTo>
                  <a:lnTo>
                    <a:pt x="395963" y="624141"/>
                  </a:lnTo>
                  <a:lnTo>
                    <a:pt x="377616" y="671144"/>
                  </a:lnTo>
                  <a:lnTo>
                    <a:pt x="359372" y="718435"/>
                  </a:lnTo>
                  <a:lnTo>
                    <a:pt x="341240" y="766004"/>
                  </a:lnTo>
                  <a:lnTo>
                    <a:pt x="323226" y="813847"/>
                  </a:lnTo>
                  <a:lnTo>
                    <a:pt x="305339" y="861956"/>
                  </a:lnTo>
                  <a:lnTo>
                    <a:pt x="287587" y="910325"/>
                  </a:lnTo>
                  <a:lnTo>
                    <a:pt x="269977" y="958946"/>
                  </a:lnTo>
                  <a:lnTo>
                    <a:pt x="252518" y="1007812"/>
                  </a:lnTo>
                  <a:lnTo>
                    <a:pt x="235217" y="1056918"/>
                  </a:lnTo>
                  <a:lnTo>
                    <a:pt x="218082" y="1106256"/>
                  </a:lnTo>
                  <a:lnTo>
                    <a:pt x="201120" y="1155818"/>
                  </a:lnTo>
                  <a:lnTo>
                    <a:pt x="184341" y="1205600"/>
                  </a:lnTo>
                  <a:lnTo>
                    <a:pt x="167750" y="1255593"/>
                  </a:lnTo>
                  <a:lnTo>
                    <a:pt x="151357" y="1305790"/>
                  </a:lnTo>
                  <a:lnTo>
                    <a:pt x="135169" y="1356186"/>
                  </a:lnTo>
                  <a:lnTo>
                    <a:pt x="119194" y="1406773"/>
                  </a:lnTo>
                  <a:lnTo>
                    <a:pt x="103440" y="1457545"/>
                  </a:lnTo>
                  <a:lnTo>
                    <a:pt x="87915" y="1508494"/>
                  </a:lnTo>
                  <a:lnTo>
                    <a:pt x="72625" y="1559613"/>
                  </a:lnTo>
                  <a:lnTo>
                    <a:pt x="57580" y="1610897"/>
                  </a:lnTo>
                  <a:lnTo>
                    <a:pt x="42788" y="1662338"/>
                  </a:lnTo>
                  <a:lnTo>
                    <a:pt x="28255" y="1713929"/>
                  </a:lnTo>
                  <a:lnTo>
                    <a:pt x="13989" y="1765663"/>
                  </a:lnTo>
                  <a:lnTo>
                    <a:pt x="0" y="1817535"/>
                  </a:lnTo>
                  <a:lnTo>
                    <a:pt x="546" y="1817319"/>
                  </a:lnTo>
                  <a:lnTo>
                    <a:pt x="936" y="1817319"/>
                  </a:lnTo>
                  <a:lnTo>
                    <a:pt x="151647" y="1786535"/>
                  </a:lnTo>
                  <a:lnTo>
                    <a:pt x="303067" y="1758439"/>
                  </a:lnTo>
                  <a:lnTo>
                    <a:pt x="454972" y="1733217"/>
                  </a:lnTo>
                  <a:lnTo>
                    <a:pt x="556431" y="1718088"/>
                  </a:lnTo>
                  <a:lnTo>
                    <a:pt x="657985" y="1704367"/>
                  </a:lnTo>
                  <a:lnTo>
                    <a:pt x="759586" y="1692106"/>
                  </a:lnTo>
                  <a:lnTo>
                    <a:pt x="861185" y="1681359"/>
                  </a:lnTo>
                  <a:lnTo>
                    <a:pt x="962734" y="1672177"/>
                  </a:lnTo>
                  <a:lnTo>
                    <a:pt x="1064186" y="1664613"/>
                  </a:lnTo>
                  <a:lnTo>
                    <a:pt x="1165491" y="1658719"/>
                  </a:lnTo>
                  <a:lnTo>
                    <a:pt x="1266602" y="1654547"/>
                  </a:lnTo>
                  <a:lnTo>
                    <a:pt x="1358048" y="1652331"/>
                  </a:lnTo>
                  <a:lnTo>
                    <a:pt x="1358048" y="477741"/>
                  </a:lnTo>
                  <a:lnTo>
                    <a:pt x="1237406" y="390466"/>
                  </a:lnTo>
                  <a:lnTo>
                    <a:pt x="1111366" y="301574"/>
                  </a:lnTo>
                  <a:lnTo>
                    <a:pt x="986244" y="215497"/>
                  </a:lnTo>
                  <a:lnTo>
                    <a:pt x="862331" y="132273"/>
                  </a:lnTo>
                  <a:lnTo>
                    <a:pt x="699503" y="25804"/>
                  </a:lnTo>
                  <a:lnTo>
                    <a:pt x="659295" y="0"/>
                  </a:lnTo>
                  <a:close/>
                </a:path>
              </a:pathLst>
            </a:custGeom>
            <a:solidFill>
              <a:srgbClr val="686D62">
                <a:alpha val="71998"/>
              </a:srgbClr>
            </a:solidFill>
          </p:spPr>
          <p:txBody>
            <a:bodyPr wrap="square" lIns="0" tIns="0" rIns="0" bIns="0" rtlCol="0"/>
            <a:lstStyle/>
            <a:p>
              <a:endParaRPr/>
            </a:p>
          </p:txBody>
        </p:sp>
        <p:sp>
          <p:nvSpPr>
            <p:cNvPr id="15" name="object 8">
              <a:extLst>
                <a:ext uri="{FF2B5EF4-FFF2-40B4-BE49-F238E27FC236}">
                  <a16:creationId xmlns:a16="http://schemas.microsoft.com/office/drawing/2014/main" id="{03C019E8-3F4F-394A-A394-4E2EA1C3CF8E}"/>
                </a:ext>
              </a:extLst>
            </p:cNvPr>
            <p:cNvSpPr/>
            <p:nvPr/>
          </p:nvSpPr>
          <p:spPr>
            <a:xfrm>
              <a:off x="14693518" y="7967188"/>
              <a:ext cx="1562735" cy="1177290"/>
            </a:xfrm>
            <a:custGeom>
              <a:avLst/>
              <a:gdLst/>
              <a:ahLst/>
              <a:cxnLst/>
              <a:rect l="l" t="t" r="r" b="b"/>
              <a:pathLst>
                <a:path w="1562734" h="1177290">
                  <a:moveTo>
                    <a:pt x="1562481" y="0"/>
                  </a:moveTo>
                  <a:lnTo>
                    <a:pt x="1471033" y="2215"/>
                  </a:lnTo>
                  <a:lnTo>
                    <a:pt x="1369922" y="6388"/>
                  </a:lnTo>
                  <a:lnTo>
                    <a:pt x="1268617" y="12282"/>
                  </a:lnTo>
                  <a:lnTo>
                    <a:pt x="1167166" y="19846"/>
                  </a:lnTo>
                  <a:lnTo>
                    <a:pt x="1065616" y="29028"/>
                  </a:lnTo>
                  <a:lnTo>
                    <a:pt x="964017" y="39774"/>
                  </a:lnTo>
                  <a:lnTo>
                    <a:pt x="862416" y="52034"/>
                  </a:lnTo>
                  <a:lnTo>
                    <a:pt x="760862" y="65755"/>
                  </a:lnTo>
                  <a:lnTo>
                    <a:pt x="659403" y="80884"/>
                  </a:lnTo>
                  <a:lnTo>
                    <a:pt x="507498" y="106104"/>
                  </a:lnTo>
                  <a:lnTo>
                    <a:pt x="356079" y="134200"/>
                  </a:lnTo>
                  <a:lnTo>
                    <a:pt x="205307" y="164994"/>
                  </a:lnTo>
                  <a:lnTo>
                    <a:pt x="204957" y="164994"/>
                  </a:lnTo>
                  <a:lnTo>
                    <a:pt x="191035" y="215973"/>
                  </a:lnTo>
                  <a:lnTo>
                    <a:pt x="177919" y="266860"/>
                  </a:lnTo>
                  <a:lnTo>
                    <a:pt x="165089" y="317855"/>
                  </a:lnTo>
                  <a:lnTo>
                    <a:pt x="152552" y="368953"/>
                  </a:lnTo>
                  <a:lnTo>
                    <a:pt x="140315" y="420150"/>
                  </a:lnTo>
                  <a:lnTo>
                    <a:pt x="128384" y="471441"/>
                  </a:lnTo>
                  <a:lnTo>
                    <a:pt x="116766" y="522822"/>
                  </a:lnTo>
                  <a:lnTo>
                    <a:pt x="105467" y="574289"/>
                  </a:lnTo>
                  <a:lnTo>
                    <a:pt x="94496" y="625838"/>
                  </a:lnTo>
                  <a:lnTo>
                    <a:pt x="83857" y="677464"/>
                  </a:lnTo>
                  <a:lnTo>
                    <a:pt x="74018" y="726987"/>
                  </a:lnTo>
                  <a:lnTo>
                    <a:pt x="64490" y="776573"/>
                  </a:lnTo>
                  <a:lnTo>
                    <a:pt x="55281" y="826212"/>
                  </a:lnTo>
                  <a:lnTo>
                    <a:pt x="46398" y="875896"/>
                  </a:lnTo>
                  <a:lnTo>
                    <a:pt x="37846" y="925615"/>
                  </a:lnTo>
                  <a:lnTo>
                    <a:pt x="29633" y="975361"/>
                  </a:lnTo>
                  <a:lnTo>
                    <a:pt x="21766" y="1025125"/>
                  </a:lnTo>
                  <a:lnTo>
                    <a:pt x="14251" y="1074897"/>
                  </a:lnTo>
                  <a:lnTo>
                    <a:pt x="7096" y="1124669"/>
                  </a:lnTo>
                  <a:lnTo>
                    <a:pt x="306" y="1174431"/>
                  </a:lnTo>
                  <a:lnTo>
                    <a:pt x="0" y="1176810"/>
                  </a:lnTo>
                  <a:lnTo>
                    <a:pt x="1562481" y="1176810"/>
                  </a:lnTo>
                  <a:lnTo>
                    <a:pt x="1562481" y="164994"/>
                  </a:lnTo>
                  <a:lnTo>
                    <a:pt x="204990" y="164981"/>
                  </a:lnTo>
                  <a:lnTo>
                    <a:pt x="1562481" y="164981"/>
                  </a:lnTo>
                  <a:lnTo>
                    <a:pt x="1562481" y="0"/>
                  </a:lnTo>
                  <a:close/>
                </a:path>
              </a:pathLst>
            </a:custGeom>
            <a:solidFill>
              <a:srgbClr val="62403A">
                <a:alpha val="71998"/>
              </a:srgbClr>
            </a:solidFill>
          </p:spPr>
          <p:txBody>
            <a:bodyPr wrap="square" lIns="0" tIns="0" rIns="0" bIns="0" rtlCol="0"/>
            <a:lstStyle/>
            <a:p>
              <a:endParaRPr/>
            </a:p>
          </p:txBody>
        </p:sp>
      </p:grpSp>
    </p:spTree>
    <p:extLst>
      <p:ext uri="{BB962C8B-B14F-4D97-AF65-F5344CB8AC3E}">
        <p14:creationId xmlns:p14="http://schemas.microsoft.com/office/powerpoint/2010/main" val="1303633271"/>
      </p:ext>
    </p:extLst>
  </p:cSld>
  <p:clrMap bg1="lt1" tx1="dk1" bg2="lt2" tx2="dk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3" r:id="rId10"/>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 name="Picture 9" descr="Logo&#10;&#10;Description automatically generated">
            <a:extLst>
              <a:ext uri="{FF2B5EF4-FFF2-40B4-BE49-F238E27FC236}">
                <a16:creationId xmlns:a16="http://schemas.microsoft.com/office/drawing/2014/main" id="{27E6701B-8809-41A9-FEB0-E05E5E9875D7}"/>
              </a:ext>
            </a:extLst>
          </p:cNvPr>
          <p:cNvPicPr>
            <a:picLocks noChangeAspect="1"/>
          </p:cNvPicPr>
          <p:nvPr userDrawn="1"/>
        </p:nvPicPr>
        <p:blipFill>
          <a:blip r:embed="rId26" cstate="email">
            <a:extLst>
              <a:ext uri="{28A0092B-C50C-407E-A947-70E740481C1C}">
                <a14:useLocalDpi xmlns:a14="http://schemas.microsoft.com/office/drawing/2010/main"/>
              </a:ext>
            </a:extLst>
          </a:blip>
          <a:stretch>
            <a:fillRect/>
          </a:stretch>
        </p:blipFill>
        <p:spPr>
          <a:xfrm>
            <a:off x="9638263" y="6140585"/>
            <a:ext cx="2215858" cy="488162"/>
          </a:xfrm>
          <a:prstGeom prst="rect">
            <a:avLst/>
          </a:prstGeom>
        </p:spPr>
      </p:pic>
      <p:sp>
        <p:nvSpPr>
          <p:cNvPr id="2" name="Title Placeholder 1">
            <a:extLst>
              <a:ext uri="{FF2B5EF4-FFF2-40B4-BE49-F238E27FC236}">
                <a16:creationId xmlns:a16="http://schemas.microsoft.com/office/drawing/2014/main" id="{4E451E50-9EB5-2BF0-465D-0F2036D9F2E3}"/>
              </a:ext>
            </a:extLst>
          </p:cNvPr>
          <p:cNvSpPr>
            <a:spLocks noGrp="1"/>
          </p:cNvSpPr>
          <p:nvPr>
            <p:ph type="title"/>
          </p:nvPr>
        </p:nvSpPr>
        <p:spPr>
          <a:xfrm>
            <a:off x="838200" y="365126"/>
            <a:ext cx="10515600" cy="104550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83CCE22-CB19-E880-C2AA-590439C71BB8}"/>
              </a:ext>
            </a:extLst>
          </p:cNvPr>
          <p:cNvSpPr>
            <a:spLocks noGrp="1"/>
          </p:cNvSpPr>
          <p:nvPr>
            <p:ph type="body" idx="1"/>
          </p:nvPr>
        </p:nvSpPr>
        <p:spPr>
          <a:xfrm>
            <a:off x="838200" y="1620805"/>
            <a:ext cx="10515600" cy="382656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4E6AFC4-F0F5-28BA-201B-A288D2F0134B}"/>
              </a:ext>
            </a:extLst>
          </p:cNvPr>
          <p:cNvSpPr>
            <a:spLocks noGrp="1"/>
          </p:cNvSpPr>
          <p:nvPr>
            <p:ph type="dt" sz="half" idx="2"/>
          </p:nvPr>
        </p:nvSpPr>
        <p:spPr>
          <a:xfrm>
            <a:off x="1085850" y="6356350"/>
            <a:ext cx="24955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87CFD6-D3A0-EB41-9877-0C1499BE0BFA}" type="datetime2">
              <a:rPr lang="en-US" smtClean="0"/>
              <a:t>Tuesday, March 11, 2025</a:t>
            </a:fld>
            <a:endParaRPr lang="en-US"/>
          </a:p>
        </p:txBody>
      </p:sp>
      <p:sp>
        <p:nvSpPr>
          <p:cNvPr id="5" name="Footer Placeholder 4">
            <a:extLst>
              <a:ext uri="{FF2B5EF4-FFF2-40B4-BE49-F238E27FC236}">
                <a16:creationId xmlns:a16="http://schemas.microsoft.com/office/drawing/2014/main" id="{44277571-FF95-5F2F-1FFB-3283D5CC220A}"/>
              </a:ext>
            </a:extLst>
          </p:cNvPr>
          <p:cNvSpPr>
            <a:spLocks noGrp="1"/>
          </p:cNvSpPr>
          <p:nvPr>
            <p:ph type="ftr" sz="quarter" idx="3"/>
          </p:nvPr>
        </p:nvSpPr>
        <p:spPr>
          <a:xfrm>
            <a:off x="4038600" y="6356350"/>
            <a:ext cx="5362576" cy="365125"/>
          </a:xfrm>
          <a:prstGeom prst="rect">
            <a:avLst/>
          </a:prstGeom>
        </p:spPr>
        <p:txBody>
          <a:bodyPr vert="horz" lIns="91440" tIns="45720" rIns="91440" bIns="45720" rtlCol="0" anchor="ctr"/>
          <a:lstStyle>
            <a:lvl1pPr algn="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D5C27E0-4EDB-2D81-8E5A-C37C1034058C}"/>
              </a:ext>
            </a:extLst>
          </p:cNvPr>
          <p:cNvSpPr>
            <a:spLocks noGrp="1"/>
          </p:cNvSpPr>
          <p:nvPr>
            <p:ph type="sldNum" sz="quarter" idx="4"/>
          </p:nvPr>
        </p:nvSpPr>
        <p:spPr>
          <a:xfrm>
            <a:off x="142875" y="6356350"/>
            <a:ext cx="485775"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BDB469-BB8C-0C46-9793-E3A9CAC591C6}" type="slidenum">
              <a:rPr lang="en-US" smtClean="0"/>
              <a:pPr/>
              <a:t>‹#›</a:t>
            </a:fld>
            <a:endParaRPr lang="en-US"/>
          </a:p>
        </p:txBody>
      </p:sp>
      <p:sp>
        <p:nvSpPr>
          <p:cNvPr id="7" name="Isosceles Triangle 27">
            <a:extLst>
              <a:ext uri="{FF2B5EF4-FFF2-40B4-BE49-F238E27FC236}">
                <a16:creationId xmlns:a16="http://schemas.microsoft.com/office/drawing/2014/main" id="{6985C6CF-3E82-0C73-6E6A-AEA710F55075}"/>
              </a:ext>
            </a:extLst>
          </p:cNvPr>
          <p:cNvSpPr/>
          <p:nvPr userDrawn="1"/>
        </p:nvSpPr>
        <p:spPr>
          <a:xfrm rot="16048920" flipV="1">
            <a:off x="3907416" y="2793972"/>
            <a:ext cx="304501" cy="6706016"/>
          </a:xfrm>
          <a:prstGeom prst="triangle">
            <a:avLst>
              <a:gd name="adj" fmla="val 75469"/>
            </a:avLst>
          </a:prstGeom>
          <a:solidFill>
            <a:srgbClr val="E4AC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Isosceles Triangle 28">
            <a:extLst>
              <a:ext uri="{FF2B5EF4-FFF2-40B4-BE49-F238E27FC236}">
                <a16:creationId xmlns:a16="http://schemas.microsoft.com/office/drawing/2014/main" id="{12A912A8-EAB8-B990-E627-9C3149F54096}"/>
              </a:ext>
            </a:extLst>
          </p:cNvPr>
          <p:cNvSpPr/>
          <p:nvPr userDrawn="1"/>
        </p:nvSpPr>
        <p:spPr>
          <a:xfrm rot="16200000" flipV="1">
            <a:off x="5958051" y="-72701"/>
            <a:ext cx="280976" cy="12197081"/>
          </a:xfrm>
          <a:prstGeom prst="triangle">
            <a:avLst>
              <a:gd name="adj" fmla="val 100000"/>
            </a:avLst>
          </a:prstGeom>
          <a:solidFill>
            <a:srgbClr val="137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29">
            <a:extLst>
              <a:ext uri="{FF2B5EF4-FFF2-40B4-BE49-F238E27FC236}">
                <a16:creationId xmlns:a16="http://schemas.microsoft.com/office/drawing/2014/main" id="{2C1EE6E1-D6F9-1D80-64A4-E12C3A5A7B3F}"/>
              </a:ext>
            </a:extLst>
          </p:cNvPr>
          <p:cNvSpPr/>
          <p:nvPr userDrawn="1"/>
        </p:nvSpPr>
        <p:spPr>
          <a:xfrm rot="16200000" flipH="1">
            <a:off x="5972664" y="-334630"/>
            <a:ext cx="247958" cy="12192004"/>
          </a:xfrm>
          <a:prstGeom prst="triangle">
            <a:avLst>
              <a:gd name="adj" fmla="val 100000"/>
            </a:avLst>
          </a:prstGeom>
          <a:solidFill>
            <a:srgbClr val="D754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1846662"/>
      </p:ext>
    </p:extLst>
  </p:cSld>
  <p:clrMap bg1="lt1" tx1="dk1" bg2="lt2" tx2="dk2" accent1="accent1" accent2="accent2" accent3="accent3" accent4="accent4" accent5="accent5" accent6="accent6" hlink="hlink" folHlink="folHlink"/>
  <p:sldLayoutIdLst>
    <p:sldLayoutId id="2147483816" r:id="rId1"/>
    <p:sldLayoutId id="2147483817" r:id="rId2"/>
    <p:sldLayoutId id="2147483818" r:id="rId3"/>
    <p:sldLayoutId id="2147483819" r:id="rId4"/>
    <p:sldLayoutId id="2147483820" r:id="rId5"/>
    <p:sldLayoutId id="2147483821" r:id="rId6"/>
    <p:sldLayoutId id="2147483822" r:id="rId7"/>
    <p:sldLayoutId id="2147483823" r:id="rId8"/>
    <p:sldLayoutId id="2147483824" r:id="rId9"/>
    <p:sldLayoutId id="2147483825" r:id="rId10"/>
    <p:sldLayoutId id="2147483826" r:id="rId11"/>
    <p:sldLayoutId id="2147483827" r:id="rId12"/>
    <p:sldLayoutId id="2147483828" r:id="rId13"/>
    <p:sldLayoutId id="2147483829" r:id="rId14"/>
    <p:sldLayoutId id="2147483830" r:id="rId15"/>
    <p:sldLayoutId id="2147483831" r:id="rId16"/>
    <p:sldLayoutId id="2147483832" r:id="rId17"/>
    <p:sldLayoutId id="2147483833" r:id="rId18"/>
    <p:sldLayoutId id="2147483834" r:id="rId19"/>
    <p:sldLayoutId id="2147483835" r:id="rId20"/>
    <p:sldLayoutId id="2147483836" r:id="rId21"/>
    <p:sldLayoutId id="2147483837" r:id="rId22"/>
    <p:sldLayoutId id="2147483838" r:id="rId23"/>
    <p:sldLayoutId id="2147483839" r:id="rId24"/>
  </p:sldLayoutIdLst>
  <p:hf sldNum="0" hdr="0" ftr="0"/>
  <p:txStyles>
    <p:titleStyle>
      <a:lvl1pPr algn="ctr" defTabSz="914400" rtl="0" eaLnBrk="1" latinLnBrk="0" hangingPunct="1">
        <a:lnSpc>
          <a:spcPct val="90000"/>
        </a:lnSpc>
        <a:spcBef>
          <a:spcPct val="0"/>
        </a:spcBef>
        <a:buNone/>
        <a:defRPr sz="3600" b="0" i="0" kern="1200">
          <a:solidFill>
            <a:schemeClr val="tx2"/>
          </a:solidFill>
          <a:latin typeface="Aleo"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Open Sans" panose="020B0606030504020204" pitchFamily="34" charset="0"/>
          <a:ea typeface="Open Sans" panose="020B0606030504020204" pitchFamily="34" charset="0"/>
          <a:cs typeface="Open Sans" panose="020B06060305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hyperlink" Target="https://www.usip.org/public-education-new/conflict-styles-assessment" TargetMode="External"/><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8.xml"/><Relationship Id="rId1" Type="http://schemas.openxmlformats.org/officeDocument/2006/relationships/slideLayout" Target="../slideLayouts/slideLayout18.xml"/><Relationship Id="rId4" Type="http://schemas.openxmlformats.org/officeDocument/2006/relationships/image" Target="../media/image51.emf"/></Relationships>
</file>

<file path=ppt/slides/_rels/slide1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hyperlink" Target="https://chat.openai.com/" TargetMode="Externa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hyperlink" Target="https://www.resume-now.com/" TargetMode="External"/><Relationship Id="rId2" Type="http://schemas.openxmlformats.org/officeDocument/2006/relationships/hyperlink" Target="https://zety.com/resume-builder" TargetMode="External"/><Relationship Id="rId1" Type="http://schemas.openxmlformats.org/officeDocument/2006/relationships/slideLayout" Target="../slideLayouts/slideLayout18.xml"/><Relationship Id="rId6" Type="http://schemas.openxmlformats.org/officeDocument/2006/relationships/hyperlink" Target="https://www.tealhq.com/" TargetMode="External"/><Relationship Id="rId5" Type="http://schemas.openxmlformats.org/officeDocument/2006/relationships/hyperlink" Target="https://www.kickresume.com/en/" TargetMode="External"/><Relationship Id="rId4" Type="http://schemas.openxmlformats.org/officeDocument/2006/relationships/hyperlink" Target="https://www.rezi.io/"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package" Target="../embeddings/Microsoft_Word_Document.docx"/><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oleObject" Target="../embeddings/oleObject2.bin"/><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3" Type="http://schemas.openxmlformats.org/officeDocument/2006/relationships/image" Target="../media/image64.tiff"/><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3F3626D-5A55-81C6-37F5-8C6256F7D435}"/>
              </a:ext>
            </a:extLst>
          </p:cNvPr>
          <p:cNvSpPr>
            <a:spLocks noGrp="1"/>
          </p:cNvSpPr>
          <p:nvPr>
            <p:ph type="title"/>
          </p:nvPr>
        </p:nvSpPr>
        <p:spPr>
          <a:xfrm>
            <a:off x="838200" y="365126"/>
            <a:ext cx="10515600" cy="445365"/>
          </a:xfrm>
        </p:spPr>
        <p:txBody>
          <a:bodyPr>
            <a:normAutofit fontScale="90000"/>
          </a:bodyPr>
          <a:lstStyle/>
          <a:p>
            <a:endParaRPr lang="en-US" dirty="0"/>
          </a:p>
        </p:txBody>
      </p:sp>
      <p:sp>
        <p:nvSpPr>
          <p:cNvPr id="4" name="Date Placeholder 3">
            <a:extLst>
              <a:ext uri="{FF2B5EF4-FFF2-40B4-BE49-F238E27FC236}">
                <a16:creationId xmlns:a16="http://schemas.microsoft.com/office/drawing/2014/main" id="{7FEF40B7-4473-E8D6-0D28-398E1D86FC0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8D54A57-E55C-764B-8C87-B90E14394D5B}" type="datetime2">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Tuesday, March 11, 2025</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1C590921-38D6-9534-3709-2D33F19D2957}"/>
              </a:ext>
            </a:extLst>
          </p:cNvPr>
          <p:cNvSpPr>
            <a:spLocks noGrp="1"/>
          </p:cNvSpPr>
          <p:nvPr>
            <p:ph idx="1"/>
          </p:nvPr>
        </p:nvSpPr>
        <p:spPr/>
        <p:txBody>
          <a:bodyPr/>
          <a:lstStyle/>
          <a:p>
            <a:pPr marL="0" indent="0">
              <a:buNone/>
            </a:pPr>
            <a:endParaRPr lang="en-US" dirty="0"/>
          </a:p>
        </p:txBody>
      </p:sp>
      <p:pic>
        <p:nvPicPr>
          <p:cNvPr id="3" name="Picture 2">
            <a:extLst>
              <a:ext uri="{FF2B5EF4-FFF2-40B4-BE49-F238E27FC236}">
                <a16:creationId xmlns:a16="http://schemas.microsoft.com/office/drawing/2014/main" id="{11A7095D-3181-5C90-4D69-3D2FE83A080C}"/>
              </a:ext>
            </a:extLst>
          </p:cNvPr>
          <p:cNvPicPr>
            <a:picLocks noChangeAspect="1"/>
          </p:cNvPicPr>
          <p:nvPr/>
        </p:nvPicPr>
        <p:blipFill>
          <a:blip r:embed="rId2"/>
          <a:stretch>
            <a:fillRect/>
          </a:stretch>
        </p:blipFill>
        <p:spPr>
          <a:xfrm>
            <a:off x="838200" y="1111377"/>
            <a:ext cx="10515600" cy="3086550"/>
          </a:xfrm>
          <a:prstGeom prst="rect">
            <a:avLst/>
          </a:prstGeom>
        </p:spPr>
      </p:pic>
    </p:spTree>
    <p:extLst>
      <p:ext uri="{BB962C8B-B14F-4D97-AF65-F5344CB8AC3E}">
        <p14:creationId xmlns:p14="http://schemas.microsoft.com/office/powerpoint/2010/main" val="30605372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3F3626D-5A55-81C6-37F5-8C6256F7D435}"/>
              </a:ext>
            </a:extLst>
          </p:cNvPr>
          <p:cNvSpPr>
            <a:spLocks noGrp="1"/>
          </p:cNvSpPr>
          <p:nvPr>
            <p:ph type="title"/>
          </p:nvPr>
        </p:nvSpPr>
        <p:spPr/>
        <p:txBody>
          <a:bodyPr/>
          <a:lstStyle/>
          <a:p>
            <a:endParaRPr lang="en-US" dirty="0"/>
          </a:p>
        </p:txBody>
      </p:sp>
      <p:sp>
        <p:nvSpPr>
          <p:cNvPr id="4" name="Date Placeholder 3">
            <a:extLst>
              <a:ext uri="{FF2B5EF4-FFF2-40B4-BE49-F238E27FC236}">
                <a16:creationId xmlns:a16="http://schemas.microsoft.com/office/drawing/2014/main" id="{7FEF40B7-4473-E8D6-0D28-398E1D86FC0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8D54A57-E55C-764B-8C87-B90E14394D5B}" type="datetime2">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Tuesday, March 11, 2025</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graphicFrame>
        <p:nvGraphicFramePr>
          <p:cNvPr id="5" name="Content Placeholder 4">
            <a:extLst>
              <a:ext uri="{FF2B5EF4-FFF2-40B4-BE49-F238E27FC236}">
                <a16:creationId xmlns:a16="http://schemas.microsoft.com/office/drawing/2014/main" id="{74857F49-F837-94DF-307A-8C5215BC1DC6}"/>
              </a:ext>
            </a:extLst>
          </p:cNvPr>
          <p:cNvGraphicFramePr>
            <a:graphicFrameLocks noGrp="1"/>
          </p:cNvGraphicFramePr>
          <p:nvPr>
            <p:ph idx="1"/>
            <p:extLst>
              <p:ext uri="{D42A27DB-BD31-4B8C-83A1-F6EECF244321}">
                <p14:modId xmlns:p14="http://schemas.microsoft.com/office/powerpoint/2010/main" val="2424469874"/>
              </p:ext>
            </p:extLst>
          </p:nvPr>
        </p:nvGraphicFramePr>
        <p:xfrm>
          <a:off x="1910049" y="1509311"/>
          <a:ext cx="8371901" cy="3962110"/>
        </p:xfrm>
        <a:graphic>
          <a:graphicData uri="http://schemas.openxmlformats.org/drawingml/2006/table">
            <a:tbl>
              <a:tblPr firstRow="1" bandRow="1">
                <a:tableStyleId>{5C22544A-7EE6-4342-B048-85BDC9FD1C3A}</a:tableStyleId>
              </a:tblPr>
              <a:tblGrid>
                <a:gridCol w="2660906">
                  <a:extLst>
                    <a:ext uri="{9D8B030D-6E8A-4147-A177-3AD203B41FA5}">
                      <a16:colId xmlns:a16="http://schemas.microsoft.com/office/drawing/2014/main" val="1704763012"/>
                    </a:ext>
                  </a:extLst>
                </a:gridCol>
                <a:gridCol w="5710995">
                  <a:extLst>
                    <a:ext uri="{9D8B030D-6E8A-4147-A177-3AD203B41FA5}">
                      <a16:colId xmlns:a16="http://schemas.microsoft.com/office/drawing/2014/main" val="1713949974"/>
                    </a:ext>
                  </a:extLst>
                </a:gridCol>
              </a:tblGrid>
              <a:tr h="446683">
                <a:tc>
                  <a:txBody>
                    <a:bodyPr/>
                    <a:lstStyle/>
                    <a:p>
                      <a:r>
                        <a:rPr lang="en-US" dirty="0"/>
                        <a:t>Time</a:t>
                      </a:r>
                    </a:p>
                  </a:txBody>
                  <a:tcPr/>
                </a:tc>
                <a:tc>
                  <a:txBody>
                    <a:bodyPr/>
                    <a:lstStyle/>
                    <a:p>
                      <a:r>
                        <a:rPr lang="en-US" dirty="0"/>
                        <a:t>Topic</a:t>
                      </a:r>
                    </a:p>
                  </a:txBody>
                  <a:tcPr/>
                </a:tc>
                <a:extLst>
                  <a:ext uri="{0D108BD9-81ED-4DB2-BD59-A6C34878D82A}">
                    <a16:rowId xmlns:a16="http://schemas.microsoft.com/office/drawing/2014/main" val="992991050"/>
                  </a:ext>
                </a:extLst>
              </a:tr>
              <a:tr h="452886">
                <a:tc>
                  <a:txBody>
                    <a:bodyPr/>
                    <a:lstStyle/>
                    <a:p>
                      <a:r>
                        <a:rPr lang="en-US" dirty="0"/>
                        <a:t>9:00 am</a:t>
                      </a:r>
                    </a:p>
                  </a:txBody>
                  <a:tcPr/>
                </a:tc>
                <a:tc>
                  <a:txBody>
                    <a:bodyPr/>
                    <a:lstStyle/>
                    <a:p>
                      <a:r>
                        <a:rPr lang="en-US" dirty="0"/>
                        <a:t>Welcome &amp; attendance </a:t>
                      </a:r>
                    </a:p>
                  </a:txBody>
                  <a:tcPr/>
                </a:tc>
                <a:extLst>
                  <a:ext uri="{0D108BD9-81ED-4DB2-BD59-A6C34878D82A}">
                    <a16:rowId xmlns:a16="http://schemas.microsoft.com/office/drawing/2014/main" val="1320859101"/>
                  </a:ext>
                </a:extLst>
              </a:tr>
              <a:tr h="610917">
                <a:tc>
                  <a:txBody>
                    <a:bodyPr/>
                    <a:lstStyle/>
                    <a:p>
                      <a:r>
                        <a:rPr lang="en-US" dirty="0"/>
                        <a:t>9:30 am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Conflict Management/Problem-Solving skills</a:t>
                      </a:r>
                    </a:p>
                  </a:txBody>
                  <a:tcPr/>
                </a:tc>
                <a:extLst>
                  <a:ext uri="{0D108BD9-81ED-4DB2-BD59-A6C34878D82A}">
                    <a16:rowId xmlns:a16="http://schemas.microsoft.com/office/drawing/2014/main" val="2773784597"/>
                  </a:ext>
                </a:extLst>
              </a:tr>
              <a:tr h="225624">
                <a:tc>
                  <a:txBody>
                    <a:bodyPr/>
                    <a:lstStyle/>
                    <a:p>
                      <a:r>
                        <a:rPr lang="en-US"/>
                        <a:t>10:30 </a:t>
                      </a:r>
                      <a:r>
                        <a:rPr lang="en-US" dirty="0"/>
                        <a:t>am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Cover Letter </a:t>
                      </a:r>
                    </a:p>
                    <a:p>
                      <a:endParaRPr lang="en-US" dirty="0"/>
                    </a:p>
                  </a:txBody>
                  <a:tcPr/>
                </a:tc>
                <a:extLst>
                  <a:ext uri="{0D108BD9-81ED-4DB2-BD59-A6C34878D82A}">
                    <a16:rowId xmlns:a16="http://schemas.microsoft.com/office/drawing/2014/main" val="2912760519"/>
                  </a:ext>
                </a:extLst>
              </a:tr>
              <a:tr h="452886">
                <a:tc>
                  <a:txBody>
                    <a:bodyPr/>
                    <a:lstStyle/>
                    <a:p>
                      <a:r>
                        <a:rPr lang="en-US" dirty="0"/>
                        <a:t>11:00 am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Resume</a:t>
                      </a:r>
                    </a:p>
                  </a:txBody>
                  <a:tcPr/>
                </a:tc>
                <a:extLst>
                  <a:ext uri="{0D108BD9-81ED-4DB2-BD59-A6C34878D82A}">
                    <a16:rowId xmlns:a16="http://schemas.microsoft.com/office/drawing/2014/main" val="2663293273"/>
                  </a:ext>
                </a:extLst>
              </a:tr>
              <a:tr h="452886">
                <a:tc>
                  <a:txBody>
                    <a:bodyPr/>
                    <a:lstStyle/>
                    <a:p>
                      <a:r>
                        <a:rPr lang="en-US" dirty="0"/>
                        <a:t>12:00 pm</a:t>
                      </a:r>
                    </a:p>
                  </a:txBody>
                  <a:tcPr/>
                </a:tc>
                <a:tc>
                  <a:txBody>
                    <a:bodyPr/>
                    <a:lstStyle/>
                    <a:p>
                      <a:r>
                        <a:rPr lang="en-US" dirty="0"/>
                        <a:t>Lunch</a:t>
                      </a:r>
                    </a:p>
                  </a:txBody>
                  <a:tcPr/>
                </a:tc>
                <a:extLst>
                  <a:ext uri="{0D108BD9-81ED-4DB2-BD59-A6C34878D82A}">
                    <a16:rowId xmlns:a16="http://schemas.microsoft.com/office/drawing/2014/main" val="4142683190"/>
                  </a:ext>
                </a:extLst>
              </a:tr>
              <a:tr h="452886">
                <a:tc>
                  <a:txBody>
                    <a:bodyPr/>
                    <a:lstStyle/>
                    <a:p>
                      <a:r>
                        <a:rPr lang="en-US" dirty="0"/>
                        <a:t>1:00 pm </a:t>
                      </a:r>
                    </a:p>
                  </a:txBody>
                  <a:tcPr/>
                </a:tc>
                <a:tc>
                  <a:txBody>
                    <a:bodyPr/>
                    <a:lstStyle/>
                    <a:p>
                      <a:r>
                        <a:rPr lang="en-US" dirty="0"/>
                        <a:t>Peer to peer resume review</a:t>
                      </a:r>
                    </a:p>
                  </a:txBody>
                  <a:tcPr/>
                </a:tc>
                <a:extLst>
                  <a:ext uri="{0D108BD9-81ED-4DB2-BD59-A6C34878D82A}">
                    <a16:rowId xmlns:a16="http://schemas.microsoft.com/office/drawing/2014/main" val="777608999"/>
                  </a:ext>
                </a:extLst>
              </a:tr>
              <a:tr h="452886">
                <a:tc>
                  <a:txBody>
                    <a:bodyPr/>
                    <a:lstStyle/>
                    <a:p>
                      <a:r>
                        <a:rPr lang="en-US" dirty="0"/>
                        <a:t>2:00- 4:00 pm</a:t>
                      </a:r>
                    </a:p>
                  </a:txBody>
                  <a:tcPr/>
                </a:tc>
                <a:tc>
                  <a:txBody>
                    <a:bodyPr/>
                    <a:lstStyle/>
                    <a:p>
                      <a:r>
                        <a:rPr lang="en-US" dirty="0"/>
                        <a:t>LST resume reviewing </a:t>
                      </a:r>
                    </a:p>
                  </a:txBody>
                  <a:tcPr/>
                </a:tc>
                <a:extLst>
                  <a:ext uri="{0D108BD9-81ED-4DB2-BD59-A6C34878D82A}">
                    <a16:rowId xmlns:a16="http://schemas.microsoft.com/office/drawing/2014/main" val="202534212"/>
                  </a:ext>
                </a:extLst>
              </a:tr>
            </a:tbl>
          </a:graphicData>
        </a:graphic>
      </p:graphicFrame>
    </p:spTree>
    <p:extLst>
      <p:ext uri="{BB962C8B-B14F-4D97-AF65-F5344CB8AC3E}">
        <p14:creationId xmlns:p14="http://schemas.microsoft.com/office/powerpoint/2010/main" val="21417161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3F3626D-5A55-81C6-37F5-8C6256F7D435}"/>
              </a:ext>
            </a:extLst>
          </p:cNvPr>
          <p:cNvSpPr>
            <a:spLocks noGrp="1"/>
          </p:cNvSpPr>
          <p:nvPr>
            <p:ph type="title"/>
          </p:nvPr>
        </p:nvSpPr>
        <p:spPr>
          <a:xfrm>
            <a:off x="838200" y="365126"/>
            <a:ext cx="10515600" cy="604358"/>
          </a:xfrm>
        </p:spPr>
        <p:txBody>
          <a:bodyPr>
            <a:noAutofit/>
          </a:bodyPr>
          <a:lstStyle/>
          <a:p>
            <a:r>
              <a:rPr lang="en-US" sz="4000" b="1" dirty="0">
                <a:solidFill>
                  <a:srgbClr val="D8A201"/>
                </a:solidFill>
                <a:latin typeface="Arial" panose="020B0604020202020204" pitchFamily="34" charset="0"/>
                <a:cs typeface="Arial" panose="020B0604020202020204" pitchFamily="34" charset="0"/>
              </a:rPr>
              <a:t>Behavioral interview questions  </a:t>
            </a:r>
          </a:p>
        </p:txBody>
      </p:sp>
      <p:sp>
        <p:nvSpPr>
          <p:cNvPr id="4" name="Date Placeholder 3">
            <a:extLst>
              <a:ext uri="{FF2B5EF4-FFF2-40B4-BE49-F238E27FC236}">
                <a16:creationId xmlns:a16="http://schemas.microsoft.com/office/drawing/2014/main" id="{7FEF40B7-4473-E8D6-0D28-398E1D86FC0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8D54A57-E55C-764B-8C87-B90E14394D5B}" type="datetime2">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Tuesday, March 11, 2025</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5DF5E635-59F8-2F62-35BA-4475D78FF963}"/>
              </a:ext>
            </a:extLst>
          </p:cNvPr>
          <p:cNvSpPr>
            <a:spLocks noGrp="1"/>
          </p:cNvSpPr>
          <p:nvPr>
            <p:ph idx="1"/>
          </p:nvPr>
        </p:nvSpPr>
        <p:spPr>
          <a:xfrm>
            <a:off x="838200" y="1277957"/>
            <a:ext cx="10515600" cy="4169413"/>
          </a:xfrm>
        </p:spPr>
        <p:txBody>
          <a:bodyPr>
            <a:normAutofit/>
          </a:bodyPr>
          <a:lstStyle/>
          <a:p>
            <a:pPr algn="ctr"/>
            <a:endParaRPr lang="en-US" sz="3200" b="1" dirty="0">
              <a:solidFill>
                <a:srgbClr val="0070C0"/>
              </a:solidFill>
              <a:latin typeface="Arial" panose="020B0604020202020204" pitchFamily="34" charset="0"/>
              <a:cs typeface="Arial" panose="020B0604020202020204" pitchFamily="34" charset="0"/>
            </a:endParaRPr>
          </a:p>
          <a:p>
            <a:r>
              <a:rPr lang="en-US" sz="3200" b="1" dirty="0">
                <a:solidFill>
                  <a:srgbClr val="0070C0"/>
                </a:solidFill>
                <a:latin typeface="Arial" panose="020B0604020202020204" pitchFamily="34" charset="0"/>
                <a:cs typeface="Arial" panose="020B0604020202020204" pitchFamily="34" charset="0"/>
              </a:rPr>
              <a:t>What is it that interests you in this position/or with this company?</a:t>
            </a:r>
          </a:p>
          <a:p>
            <a:endParaRPr lang="en-US" sz="3200" b="1" dirty="0">
              <a:solidFill>
                <a:srgbClr val="0070C0"/>
              </a:solidFill>
              <a:latin typeface="Arial" panose="020B0604020202020204" pitchFamily="34" charset="0"/>
              <a:cs typeface="Arial" panose="020B0604020202020204" pitchFamily="34" charset="0"/>
            </a:endParaRPr>
          </a:p>
          <a:p>
            <a:r>
              <a:rPr lang="en-US" sz="3200" b="1" dirty="0">
                <a:solidFill>
                  <a:srgbClr val="0070C0"/>
                </a:solidFill>
                <a:latin typeface="Arial" panose="020B0604020202020204" pitchFamily="34" charset="0"/>
                <a:cs typeface="Arial" panose="020B0604020202020204" pitchFamily="34" charset="0"/>
              </a:rPr>
              <a:t>Describe a time when you volunteered to expand your knowledge either at work or in your personal life, as opposed to being directed to do so?</a:t>
            </a:r>
          </a:p>
          <a:p>
            <a:pPr algn="ctr"/>
            <a:endParaRPr lang="en-US" sz="3200" b="1" dirty="0">
              <a:solidFill>
                <a:srgbClr val="0070C0"/>
              </a:solidFill>
              <a:latin typeface="Arial" panose="020B0604020202020204" pitchFamily="34" charset="0"/>
              <a:cs typeface="Arial" panose="020B0604020202020204" pitchFamily="34" charset="0"/>
            </a:endParaRPr>
          </a:p>
          <a:p>
            <a:pPr algn="ctr"/>
            <a:endParaRPr lang="en-US" sz="3200" b="1" dirty="0">
              <a:solidFill>
                <a:srgbClr val="0070C0"/>
              </a:solidFill>
              <a:latin typeface="Arial" panose="020B0604020202020204" pitchFamily="34" charset="0"/>
              <a:cs typeface="Arial" panose="020B0604020202020204" pitchFamily="34" charset="0"/>
            </a:endParaRPr>
          </a:p>
          <a:p>
            <a:pPr algn="ctr"/>
            <a:endParaRPr lang="en-US" sz="3200" b="1" dirty="0">
              <a:solidFill>
                <a:srgbClr val="0070C0"/>
              </a:solidFill>
              <a:latin typeface="Arial" panose="020B0604020202020204" pitchFamily="34" charset="0"/>
              <a:cs typeface="Arial" panose="020B0604020202020204" pitchFamily="34" charset="0"/>
            </a:endParaRPr>
          </a:p>
          <a:p>
            <a:pPr algn="ctr"/>
            <a:endParaRPr lang="en-US" sz="3200" b="1" dirty="0">
              <a:solidFill>
                <a:srgbClr val="0070C0"/>
              </a:solidFill>
              <a:latin typeface="Arial" panose="020B0604020202020204" pitchFamily="34" charset="0"/>
              <a:cs typeface="Arial" panose="020B0604020202020204" pitchFamily="34" charset="0"/>
            </a:endParaRPr>
          </a:p>
          <a:p>
            <a:pPr algn="ctr"/>
            <a:endParaRPr lang="en-US" sz="3200" b="1" dirty="0">
              <a:solidFill>
                <a:srgbClr val="0070C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52192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3F3626D-5A55-81C6-37F5-8C6256F7D435}"/>
              </a:ext>
            </a:extLst>
          </p:cNvPr>
          <p:cNvSpPr>
            <a:spLocks noGrp="1"/>
          </p:cNvSpPr>
          <p:nvPr>
            <p:ph type="title"/>
          </p:nvPr>
        </p:nvSpPr>
        <p:spPr>
          <a:xfrm>
            <a:off x="838200" y="365127"/>
            <a:ext cx="10515600" cy="688170"/>
          </a:xfrm>
        </p:spPr>
        <p:txBody>
          <a:bodyPr/>
          <a:lstStyle/>
          <a:p>
            <a:r>
              <a:rPr lang="en-US" b="1" dirty="0">
                <a:solidFill>
                  <a:srgbClr val="FFC000"/>
                </a:solidFill>
                <a:latin typeface="Aleo" panose="00000500000000000000" pitchFamily="2" charset="0"/>
                <a:cs typeface="Arial" panose="020B0604020202020204" pitchFamily="34" charset="0"/>
              </a:rPr>
              <a:t>Conflict Management </a:t>
            </a:r>
          </a:p>
        </p:txBody>
      </p:sp>
      <p:sp>
        <p:nvSpPr>
          <p:cNvPr id="4" name="Date Placeholder 3">
            <a:extLst>
              <a:ext uri="{FF2B5EF4-FFF2-40B4-BE49-F238E27FC236}">
                <a16:creationId xmlns:a16="http://schemas.microsoft.com/office/drawing/2014/main" id="{7FEF40B7-4473-E8D6-0D28-398E1D86FC0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8D54A57-E55C-764B-8C87-B90E14394D5B}" type="datetime2">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Tuesday, March 11, 2025</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sp>
        <p:nvSpPr>
          <p:cNvPr id="6" name="Content Placeholder 5">
            <a:extLst>
              <a:ext uri="{FF2B5EF4-FFF2-40B4-BE49-F238E27FC236}">
                <a16:creationId xmlns:a16="http://schemas.microsoft.com/office/drawing/2014/main" id="{F6681BEC-A397-7A5A-E35C-6D05B5DB1D71}"/>
              </a:ext>
            </a:extLst>
          </p:cNvPr>
          <p:cNvSpPr>
            <a:spLocks noGrp="1"/>
          </p:cNvSpPr>
          <p:nvPr>
            <p:ph idx="1"/>
          </p:nvPr>
        </p:nvSpPr>
        <p:spPr>
          <a:xfrm>
            <a:off x="838200" y="1261641"/>
            <a:ext cx="10515600" cy="4185729"/>
          </a:xfrm>
        </p:spPr>
        <p:txBody>
          <a:bodyPr/>
          <a:lstStyle/>
          <a:p>
            <a:pPr marL="0" marR="0" lvl="0" indent="-384048" algn="l" defTabSz="914400" rtl="0" eaLnBrk="1" fontAlgn="auto" latinLnBrk="0" hangingPunct="1">
              <a:lnSpc>
                <a:spcPct val="115000"/>
              </a:lnSpc>
              <a:spcBef>
                <a:spcPts val="0"/>
              </a:spcBef>
              <a:spcAft>
                <a:spcPts val="0"/>
              </a:spcAft>
              <a:buClrTx/>
              <a:buSzTx/>
              <a:buFont typeface="Franklin Gothic Book" panose="020B0503020102020204" pitchFamily="34" charset="0"/>
              <a:buChar char="■"/>
              <a:tabLst/>
              <a:defRPr/>
            </a:pPr>
            <a:endParaRPr kumimoji="0" lang="en-US" sz="1800" b="0" i="0" u="none" strike="noStrike" kern="1200" cap="none" spc="0" normalizeH="0" baseline="0" noProof="0" dirty="0">
              <a:ln>
                <a:noFill/>
              </a:ln>
              <a:solidFill>
                <a:srgbClr val="0070C0"/>
              </a:solidFill>
              <a:effectLst/>
              <a:uLnTx/>
              <a:uFillTx/>
            </a:endParaRPr>
          </a:p>
          <a:p>
            <a:pPr marL="342900" marR="0" lvl="0" indent="-34290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70C0"/>
                </a:solidFill>
                <a:effectLst/>
                <a:uLnTx/>
                <a:uFillTx/>
              </a:rPr>
              <a:t>Help us define Conflict Management.</a:t>
            </a:r>
          </a:p>
          <a:p>
            <a:pPr marL="342900" marR="0" lvl="0" indent="-34290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800" dirty="0">
                <a:solidFill>
                  <a:srgbClr val="0070C0"/>
                </a:solidFill>
              </a:rPr>
              <a:t>Introduce the management styles</a:t>
            </a:r>
            <a:endParaRPr kumimoji="0" lang="en-US" sz="1800" b="0" i="0" u="none" strike="noStrike" kern="1200" cap="none" spc="0" normalizeH="0" baseline="0" noProof="0" dirty="0">
              <a:ln>
                <a:noFill/>
              </a:ln>
              <a:solidFill>
                <a:srgbClr val="0070C0"/>
              </a:solidFill>
              <a:effectLst/>
              <a:uLnTx/>
              <a:uFillTx/>
            </a:endParaRPr>
          </a:p>
          <a:p>
            <a:pPr marL="342900" marR="0" lvl="0" indent="-34290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800" dirty="0">
                <a:solidFill>
                  <a:srgbClr val="0070C0"/>
                </a:solidFill>
              </a:rPr>
              <a:t>Why is it important to know how you deal with conflict?</a:t>
            </a:r>
            <a:endParaRPr kumimoji="0" lang="en-US" sz="1800" b="0" i="0" u="none" strike="noStrike" kern="1200" cap="none" spc="0" normalizeH="0" baseline="0" noProof="0" dirty="0">
              <a:ln>
                <a:noFill/>
              </a:ln>
              <a:solidFill>
                <a:srgbClr val="0070C0"/>
              </a:solidFill>
              <a:effectLst/>
              <a:uLnTx/>
              <a:uFillTx/>
            </a:endParaRPr>
          </a:p>
          <a:p>
            <a:pPr marL="342900" marR="0" lvl="0" indent="-34290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endParaRPr lang="en-US" sz="1800" dirty="0">
              <a:solidFill>
                <a:srgbClr val="0070C0"/>
              </a:solidFill>
            </a:endParaRPr>
          </a:p>
          <a:p>
            <a:pPr marL="342900" marR="0" lvl="0" indent="-34290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70C0"/>
                </a:solidFill>
                <a:effectLst/>
                <a:uLnTx/>
                <a:uFillTx/>
              </a:rPr>
              <a:t>What is your personal style of Conflict Management? </a:t>
            </a:r>
          </a:p>
          <a:p>
            <a:pPr marL="384048" marR="0" lvl="0" indent="-384048" algn="l" defTabSz="914400" rtl="0" eaLnBrk="1" fontAlgn="auto" latinLnBrk="0" hangingPunct="1">
              <a:lnSpc>
                <a:spcPct val="94000"/>
              </a:lnSpc>
              <a:spcBef>
                <a:spcPts val="1000"/>
              </a:spcBef>
              <a:spcAft>
                <a:spcPts val="200"/>
              </a:spcAft>
              <a:buClrTx/>
              <a:buSzTx/>
              <a:buFont typeface="Franklin Gothic Book" panose="020B0503020102020204" pitchFamily="34" charset="0"/>
              <a:buChar char="■"/>
              <a:tabLst/>
              <a:defRPr/>
            </a:pPr>
            <a:endParaRPr kumimoji="0" lang="en-US" sz="3200" b="0" i="0" u="none" strike="noStrike" kern="1200" cap="none" spc="0" normalizeH="0" baseline="0" noProof="0" dirty="0">
              <a:ln>
                <a:noFill/>
              </a:ln>
              <a:solidFill>
                <a:srgbClr val="1F497D"/>
              </a:solidFill>
              <a:effectLst/>
              <a:uLnTx/>
              <a:uFillTx/>
              <a:latin typeface="Arial Black" panose="020B0A04020102020204" pitchFamily="34" charset="0"/>
              <a:ea typeface="+mn-ea"/>
              <a:cs typeface="+mn-cs"/>
            </a:endParaRPr>
          </a:p>
          <a:p>
            <a:endParaRPr lang="en-US" dirty="0"/>
          </a:p>
        </p:txBody>
      </p:sp>
      <p:pic>
        <p:nvPicPr>
          <p:cNvPr id="3" name="Picture 2" descr="A picture containing clipart&#10;&#10;Description automatically generated">
            <a:extLst>
              <a:ext uri="{FF2B5EF4-FFF2-40B4-BE49-F238E27FC236}">
                <a16:creationId xmlns:a16="http://schemas.microsoft.com/office/drawing/2014/main" id="{6E6F0A87-873C-DD27-D264-4C3951356EEF}"/>
              </a:ext>
            </a:extLst>
          </p:cNvPr>
          <p:cNvPicPr>
            <a:picLocks noChangeAspect="1"/>
          </p:cNvPicPr>
          <p:nvPr/>
        </p:nvPicPr>
        <p:blipFill>
          <a:blip r:embed="rId3"/>
          <a:stretch>
            <a:fillRect/>
          </a:stretch>
        </p:blipFill>
        <p:spPr>
          <a:xfrm>
            <a:off x="8175075" y="3347205"/>
            <a:ext cx="2884756" cy="2100165"/>
          </a:xfrm>
          <a:prstGeom prst="rect">
            <a:avLst/>
          </a:prstGeom>
        </p:spPr>
      </p:pic>
    </p:spTree>
    <p:extLst>
      <p:ext uri="{BB962C8B-B14F-4D97-AF65-F5344CB8AC3E}">
        <p14:creationId xmlns:p14="http://schemas.microsoft.com/office/powerpoint/2010/main" val="1290637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3F3626D-5A55-81C6-37F5-8C6256F7D435}"/>
              </a:ext>
            </a:extLst>
          </p:cNvPr>
          <p:cNvSpPr>
            <a:spLocks noGrp="1"/>
          </p:cNvSpPr>
          <p:nvPr>
            <p:ph type="title"/>
          </p:nvPr>
        </p:nvSpPr>
        <p:spPr>
          <a:xfrm>
            <a:off x="838200" y="277792"/>
            <a:ext cx="10515600" cy="729205"/>
          </a:xfrm>
        </p:spPr>
        <p:txBody>
          <a:bodyPr/>
          <a:lstStyle/>
          <a:p>
            <a:r>
              <a:rPr lang="en-US" b="1" dirty="0">
                <a:solidFill>
                  <a:srgbClr val="FFC000"/>
                </a:solidFill>
                <a:latin typeface="Aleo" panose="00000500000000000000" pitchFamily="2" charset="0"/>
                <a:cs typeface="Arial" panose="020B0604020202020204" pitchFamily="34" charset="0"/>
              </a:rPr>
              <a:t>Common Conflict Management Styles</a:t>
            </a:r>
          </a:p>
        </p:txBody>
      </p:sp>
      <p:sp>
        <p:nvSpPr>
          <p:cNvPr id="4" name="Date Placeholder 3">
            <a:extLst>
              <a:ext uri="{FF2B5EF4-FFF2-40B4-BE49-F238E27FC236}">
                <a16:creationId xmlns:a16="http://schemas.microsoft.com/office/drawing/2014/main" id="{7FEF40B7-4473-E8D6-0D28-398E1D86FC0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8D54A57-E55C-764B-8C87-B90E14394D5B}" type="datetime2">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Tuesday, March 11, 2025</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sp>
        <p:nvSpPr>
          <p:cNvPr id="6" name="Content Placeholder 5">
            <a:extLst>
              <a:ext uri="{FF2B5EF4-FFF2-40B4-BE49-F238E27FC236}">
                <a16:creationId xmlns:a16="http://schemas.microsoft.com/office/drawing/2014/main" id="{F6681BEC-A397-7A5A-E35C-6D05B5DB1D71}"/>
              </a:ext>
            </a:extLst>
          </p:cNvPr>
          <p:cNvSpPr>
            <a:spLocks noGrp="1"/>
          </p:cNvSpPr>
          <p:nvPr>
            <p:ph idx="1"/>
          </p:nvPr>
        </p:nvSpPr>
        <p:spPr>
          <a:xfrm>
            <a:off x="838200" y="1111171"/>
            <a:ext cx="10515600" cy="4336200"/>
          </a:xfrm>
        </p:spPr>
        <p:txBody>
          <a:bodyPr>
            <a:normAutofit/>
          </a:bodyPr>
          <a:lstStyle/>
          <a:p>
            <a:pPr marL="0" indent="0">
              <a:buNone/>
            </a:pPr>
            <a:r>
              <a:rPr lang="en-US" sz="2400" b="1" i="0" dirty="0">
                <a:solidFill>
                  <a:srgbClr val="0070C0"/>
                </a:solidFill>
                <a:effectLst/>
              </a:rPr>
              <a:t>Collaborating (Problem Solver)</a:t>
            </a:r>
          </a:p>
          <a:p>
            <a:pPr>
              <a:lnSpc>
                <a:spcPct val="94000"/>
              </a:lnSpc>
              <a:spcAft>
                <a:spcPts val="200"/>
              </a:spcAft>
              <a:defRPr/>
            </a:pPr>
            <a:r>
              <a:rPr kumimoji="0" lang="en-US" sz="2000" u="none" strike="noStrike" kern="1200" cap="none" spc="0" normalizeH="0" baseline="0" noProof="0" dirty="0">
                <a:ln>
                  <a:noFill/>
                </a:ln>
                <a:solidFill>
                  <a:srgbClr val="0070C0"/>
                </a:solidFill>
                <a:uLnTx/>
                <a:uFillTx/>
              </a:rPr>
              <a:t>Both Parties win.</a:t>
            </a:r>
            <a:endParaRPr kumimoji="0" lang="en-US" sz="2000" b="0" i="0" u="none" strike="noStrike" kern="1200" cap="none" spc="0" normalizeH="0" baseline="0" noProof="0" dirty="0">
              <a:ln>
                <a:noFill/>
              </a:ln>
              <a:solidFill>
                <a:srgbClr val="0070C0"/>
              </a:solidFill>
              <a:effectLst/>
              <a:uLnTx/>
              <a:uFillTx/>
            </a:endParaRPr>
          </a:p>
          <a:p>
            <a:pPr marL="0" indent="0">
              <a:buNone/>
            </a:pPr>
            <a:r>
              <a:rPr lang="en-US" sz="2400" b="1" i="0" dirty="0">
                <a:solidFill>
                  <a:srgbClr val="0070C0"/>
                </a:solidFill>
                <a:effectLst/>
              </a:rPr>
              <a:t>Competing</a:t>
            </a:r>
          </a:p>
          <a:p>
            <a:r>
              <a:rPr lang="en-US" sz="2000" dirty="0">
                <a:solidFill>
                  <a:srgbClr val="0070C0"/>
                </a:solidFill>
              </a:rPr>
              <a:t>One party seeks to satisfy interest regardless of impact to the other party. </a:t>
            </a:r>
          </a:p>
          <a:p>
            <a:pPr marL="0" indent="0">
              <a:buNone/>
            </a:pPr>
            <a:r>
              <a:rPr lang="en-US" sz="2400" b="1" i="0" dirty="0">
                <a:solidFill>
                  <a:srgbClr val="0070C0"/>
                </a:solidFill>
                <a:effectLst/>
              </a:rPr>
              <a:t>Avoiding</a:t>
            </a:r>
          </a:p>
          <a:p>
            <a:r>
              <a:rPr lang="en-US" sz="2000" dirty="0">
                <a:solidFill>
                  <a:srgbClr val="0070C0"/>
                </a:solidFill>
              </a:rPr>
              <a:t>One of both parties seek to suppress the conflict.</a:t>
            </a:r>
          </a:p>
          <a:p>
            <a:pPr marL="0" indent="0">
              <a:buNone/>
            </a:pPr>
            <a:r>
              <a:rPr lang="en-US" sz="2400" b="1" i="0" dirty="0">
                <a:solidFill>
                  <a:srgbClr val="0070C0"/>
                </a:solidFill>
                <a:effectLst/>
              </a:rPr>
              <a:t>Accommodating</a:t>
            </a:r>
          </a:p>
          <a:p>
            <a:r>
              <a:rPr lang="en-US" sz="2000" dirty="0">
                <a:solidFill>
                  <a:srgbClr val="0070C0"/>
                </a:solidFill>
              </a:rPr>
              <a:t>One party yields the win to the other party.</a:t>
            </a:r>
            <a:endParaRPr lang="en-US" sz="2000" i="0" dirty="0">
              <a:solidFill>
                <a:srgbClr val="0070C0"/>
              </a:solidFill>
              <a:effectLst/>
            </a:endParaRPr>
          </a:p>
          <a:p>
            <a:pPr marL="0" indent="0">
              <a:buNone/>
            </a:pPr>
            <a:r>
              <a:rPr lang="en-US" sz="2400" b="1" i="0" dirty="0">
                <a:solidFill>
                  <a:srgbClr val="0070C0"/>
                </a:solidFill>
                <a:effectLst/>
              </a:rPr>
              <a:t>Compromising</a:t>
            </a:r>
          </a:p>
          <a:p>
            <a:r>
              <a:rPr lang="en-US" sz="2000" dirty="0">
                <a:solidFill>
                  <a:srgbClr val="0070C0"/>
                </a:solidFill>
              </a:rPr>
              <a:t>Both parties win and give up something. </a:t>
            </a:r>
            <a:endParaRPr lang="en-US" sz="2000" i="0" dirty="0">
              <a:solidFill>
                <a:srgbClr val="0070C0"/>
              </a:solidFill>
              <a:effectLst/>
            </a:endParaRPr>
          </a:p>
          <a:p>
            <a:pPr marL="0" indent="0">
              <a:buNone/>
            </a:pPr>
            <a:endParaRPr lang="en-US" sz="2000" b="1" i="0" dirty="0">
              <a:solidFill>
                <a:srgbClr val="0070C0"/>
              </a:solidFill>
              <a:effectLst/>
            </a:endParaRPr>
          </a:p>
          <a:p>
            <a:pPr marL="0" indent="0">
              <a:buNone/>
            </a:pPr>
            <a:endParaRPr lang="en-US" sz="2000" b="1" i="0" dirty="0">
              <a:solidFill>
                <a:srgbClr val="0070C0"/>
              </a:solidFill>
              <a:effectLst/>
            </a:endParaRPr>
          </a:p>
          <a:p>
            <a:pPr marL="0" indent="0">
              <a:buNone/>
            </a:pPr>
            <a:endParaRPr lang="en-US" sz="2400" b="1" i="0" dirty="0">
              <a:solidFill>
                <a:srgbClr val="0070C0"/>
              </a:solidFill>
              <a:effectLst/>
            </a:endParaRPr>
          </a:p>
          <a:p>
            <a:pPr marL="0" indent="0">
              <a:buNone/>
            </a:pPr>
            <a:endParaRPr lang="en-US" sz="2000" dirty="0">
              <a:solidFill>
                <a:srgbClr val="0070C0"/>
              </a:solidFill>
            </a:endParaRPr>
          </a:p>
        </p:txBody>
      </p:sp>
      <p:pic>
        <p:nvPicPr>
          <p:cNvPr id="2" name="Picture 1" descr="A picture containing text&#10;&#10;Description automatically generated">
            <a:extLst>
              <a:ext uri="{FF2B5EF4-FFF2-40B4-BE49-F238E27FC236}">
                <a16:creationId xmlns:a16="http://schemas.microsoft.com/office/drawing/2014/main" id="{F53BF2F4-4315-101A-6937-55960235D6FD}"/>
              </a:ext>
            </a:extLst>
          </p:cNvPr>
          <p:cNvPicPr>
            <a:picLocks noChangeAspect="1"/>
          </p:cNvPicPr>
          <p:nvPr/>
        </p:nvPicPr>
        <p:blipFill>
          <a:blip r:embed="rId3"/>
          <a:stretch>
            <a:fillRect/>
          </a:stretch>
        </p:blipFill>
        <p:spPr>
          <a:xfrm>
            <a:off x="7790369" y="3442915"/>
            <a:ext cx="3783768" cy="1928691"/>
          </a:xfrm>
          <a:prstGeom prst="rect">
            <a:avLst/>
          </a:prstGeom>
        </p:spPr>
      </p:pic>
    </p:spTree>
    <p:extLst>
      <p:ext uri="{BB962C8B-B14F-4D97-AF65-F5344CB8AC3E}">
        <p14:creationId xmlns:p14="http://schemas.microsoft.com/office/powerpoint/2010/main" val="1633034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3F3626D-5A55-81C6-37F5-8C6256F7D435}"/>
              </a:ext>
            </a:extLst>
          </p:cNvPr>
          <p:cNvSpPr>
            <a:spLocks noGrp="1"/>
          </p:cNvSpPr>
          <p:nvPr>
            <p:ph type="title"/>
          </p:nvPr>
        </p:nvSpPr>
        <p:spPr>
          <a:xfrm>
            <a:off x="838200" y="365127"/>
            <a:ext cx="10515600" cy="688170"/>
          </a:xfrm>
        </p:spPr>
        <p:txBody>
          <a:bodyPr/>
          <a:lstStyle/>
          <a:p>
            <a:r>
              <a:rPr lang="en-US" b="1" dirty="0">
                <a:solidFill>
                  <a:srgbClr val="FFC000"/>
                </a:solidFill>
                <a:latin typeface="Aleo" panose="00000500000000000000" pitchFamily="2" charset="0"/>
                <a:cs typeface="Arial" panose="020B0604020202020204" pitchFamily="34" charset="0"/>
              </a:rPr>
              <a:t>Best Practices </a:t>
            </a:r>
          </a:p>
        </p:txBody>
      </p:sp>
      <p:sp>
        <p:nvSpPr>
          <p:cNvPr id="4" name="Date Placeholder 3">
            <a:extLst>
              <a:ext uri="{FF2B5EF4-FFF2-40B4-BE49-F238E27FC236}">
                <a16:creationId xmlns:a16="http://schemas.microsoft.com/office/drawing/2014/main" id="{7FEF40B7-4473-E8D6-0D28-398E1D86FC0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8D54A57-E55C-764B-8C87-B90E14394D5B}" type="datetime2">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Tuesday, March 11, 2025</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sp>
        <p:nvSpPr>
          <p:cNvPr id="6" name="Content Placeholder 5">
            <a:extLst>
              <a:ext uri="{FF2B5EF4-FFF2-40B4-BE49-F238E27FC236}">
                <a16:creationId xmlns:a16="http://schemas.microsoft.com/office/drawing/2014/main" id="{F6681BEC-A397-7A5A-E35C-6D05B5DB1D71}"/>
              </a:ext>
            </a:extLst>
          </p:cNvPr>
          <p:cNvSpPr>
            <a:spLocks noGrp="1"/>
          </p:cNvSpPr>
          <p:nvPr>
            <p:ph idx="1"/>
          </p:nvPr>
        </p:nvSpPr>
        <p:spPr>
          <a:xfrm>
            <a:off x="838200" y="1261641"/>
            <a:ext cx="10515600" cy="4185729"/>
          </a:xfr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srgbClr val="0070C0"/>
                </a:solidFill>
                <a:effectLst/>
                <a:uLnTx/>
                <a:uFillTx/>
              </a:rPr>
              <a:t>Be aware of conflict.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srgbClr val="0070C0"/>
                </a:solidFill>
                <a:effectLst/>
                <a:uLnTx/>
                <a:uFillTx/>
              </a:rPr>
              <a:t>Take a considerate and rational approach to conflict.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srgbClr val="0070C0"/>
                </a:solidFill>
                <a:effectLst/>
                <a:uLnTx/>
                <a:uFillTx/>
              </a:rPr>
              <a:t>Investigate the situation.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srgbClr val="0070C0"/>
                </a:solidFill>
                <a:effectLst/>
                <a:uLnTx/>
                <a:uFillTx/>
              </a:rPr>
              <a:t>Let everyone have their say.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solidFill>
                  <a:srgbClr val="0070C0"/>
                </a:solidFill>
              </a:rPr>
              <a:t>Identify options and agree on a way forward.</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srgbClr val="0070C0"/>
                </a:solidFill>
                <a:effectLst/>
                <a:uLnTx/>
                <a:uFillTx/>
              </a:rPr>
              <a:t>Implement the agreed option and evaluate how it is going.</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solidFill>
                  <a:srgbClr val="0070C0"/>
                </a:solidFill>
              </a:rPr>
              <a:t>Consider preventative strategies for the future.</a:t>
            </a:r>
            <a:endParaRPr kumimoji="0" lang="en-US" b="0" i="0" u="none" strike="noStrike" kern="1200" cap="none" spc="0" normalizeH="0" baseline="0" noProof="0" dirty="0">
              <a:ln>
                <a:noFill/>
              </a:ln>
              <a:solidFill>
                <a:srgbClr val="0070C0"/>
              </a:solidFill>
              <a:effectLst/>
              <a:uLnTx/>
              <a:uFillTx/>
            </a:endParaRPr>
          </a:p>
          <a:p>
            <a:pPr marL="384048" marR="0" lvl="0" indent="-384048" algn="l" defTabSz="914400" rtl="0" eaLnBrk="1" fontAlgn="auto" latinLnBrk="0" hangingPunct="1">
              <a:lnSpc>
                <a:spcPct val="94000"/>
              </a:lnSpc>
              <a:spcBef>
                <a:spcPts val="1000"/>
              </a:spcBef>
              <a:spcAft>
                <a:spcPts val="200"/>
              </a:spcAft>
              <a:buClrTx/>
              <a:buSzTx/>
              <a:buFont typeface="Franklin Gothic Book" panose="020B0503020102020204" pitchFamily="34" charset="0"/>
              <a:buChar char="■"/>
              <a:tabLst/>
              <a:defRPr/>
            </a:pPr>
            <a:endParaRPr kumimoji="0" lang="en-US" b="0" i="0" u="none" strike="noStrike" kern="1200" cap="none" spc="0" normalizeH="0" baseline="0" noProof="0" dirty="0">
              <a:ln>
                <a:noFill/>
              </a:ln>
              <a:solidFill>
                <a:srgbClr val="0070C0"/>
              </a:solidFill>
              <a:effectLst/>
              <a:uLnTx/>
              <a:uFillTx/>
              <a:latin typeface="Aleo" panose="00000500000000000000" pitchFamily="2" charset="0"/>
              <a:ea typeface="+mn-ea"/>
              <a:cs typeface="+mn-cs"/>
            </a:endParaRPr>
          </a:p>
          <a:p>
            <a:endParaRPr lang="en-US" dirty="0"/>
          </a:p>
        </p:txBody>
      </p:sp>
    </p:spTree>
    <p:extLst>
      <p:ext uri="{BB962C8B-B14F-4D97-AF65-F5344CB8AC3E}">
        <p14:creationId xmlns:p14="http://schemas.microsoft.com/office/powerpoint/2010/main" val="2050955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3F3626D-5A55-81C6-37F5-8C6256F7D435}"/>
              </a:ext>
            </a:extLst>
          </p:cNvPr>
          <p:cNvSpPr>
            <a:spLocks noGrp="1"/>
          </p:cNvSpPr>
          <p:nvPr>
            <p:ph type="title"/>
          </p:nvPr>
        </p:nvSpPr>
        <p:spPr>
          <a:xfrm>
            <a:off x="838200" y="365127"/>
            <a:ext cx="10515600" cy="688170"/>
          </a:xfrm>
        </p:spPr>
        <p:txBody>
          <a:bodyPr>
            <a:normAutofit/>
          </a:bodyPr>
          <a:lstStyle/>
          <a:p>
            <a:r>
              <a:rPr lang="en-US" sz="3200" dirty="0">
                <a:solidFill>
                  <a:srgbClr val="D8A201"/>
                </a:solidFill>
              </a:rPr>
              <a:t>Thomas-Kilmann Instrument </a:t>
            </a:r>
          </a:p>
        </p:txBody>
      </p:sp>
      <p:sp>
        <p:nvSpPr>
          <p:cNvPr id="4" name="Date Placeholder 3">
            <a:extLst>
              <a:ext uri="{FF2B5EF4-FFF2-40B4-BE49-F238E27FC236}">
                <a16:creationId xmlns:a16="http://schemas.microsoft.com/office/drawing/2014/main" id="{7FEF40B7-4473-E8D6-0D28-398E1D86FC0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8D54A57-E55C-764B-8C87-B90E14394D5B}" type="datetime2">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Tuesday, March 11, 2025</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sp>
        <p:nvSpPr>
          <p:cNvPr id="6" name="Content Placeholder 5">
            <a:extLst>
              <a:ext uri="{FF2B5EF4-FFF2-40B4-BE49-F238E27FC236}">
                <a16:creationId xmlns:a16="http://schemas.microsoft.com/office/drawing/2014/main" id="{F6681BEC-A397-7A5A-E35C-6D05B5DB1D71}"/>
              </a:ext>
            </a:extLst>
          </p:cNvPr>
          <p:cNvSpPr>
            <a:spLocks noGrp="1"/>
          </p:cNvSpPr>
          <p:nvPr>
            <p:ph idx="1"/>
          </p:nvPr>
        </p:nvSpPr>
        <p:spPr>
          <a:xfrm>
            <a:off x="838200" y="1261641"/>
            <a:ext cx="10515600" cy="4185729"/>
          </a:xfrm>
        </p:spPr>
        <p:txBody>
          <a:bodyPr/>
          <a:lstStyle/>
          <a:p>
            <a:pPr marL="0" marR="0" indent="0">
              <a:spcBef>
                <a:spcPts val="800"/>
              </a:spcBef>
              <a:spcAft>
                <a:spcPts val="0"/>
              </a:spcAft>
              <a:buNone/>
            </a:pPr>
            <a:r>
              <a:rPr lang="en-US" sz="2000" dirty="0">
                <a:solidFill>
                  <a:srgbClr val="0070C0"/>
                </a:solidFill>
                <a:effectLst/>
              </a:rPr>
              <a:t>The Thomas-Kilmann Instrument is designed to measure a person’s behavior in conflict situations. “Conflict situations” are those in which the concerns of two people appear to be incompatible.</a:t>
            </a:r>
          </a:p>
          <a:p>
            <a:pPr marL="0" marR="0" indent="0">
              <a:spcBef>
                <a:spcPts val="0"/>
              </a:spcBef>
              <a:spcAft>
                <a:spcPts val="0"/>
              </a:spcAft>
              <a:buNone/>
            </a:pPr>
            <a:r>
              <a:rPr lang="en-US" sz="2000" dirty="0">
                <a:solidFill>
                  <a:srgbClr val="0070C0"/>
                </a:solidFill>
                <a:effectLst/>
              </a:rPr>
              <a:t>In such conflict situations, we can describe an individual’s behavior along two dimensions: (1) assertiveness, the extent to which the person attempts to satisfy his own concerns, and (2) cooperativeness, the extent to which the person attempts to satisfy the other person’s concerns.</a:t>
            </a:r>
          </a:p>
          <a:p>
            <a:pPr marL="0" marR="0" indent="0">
              <a:spcBef>
                <a:spcPts val="0"/>
              </a:spcBef>
              <a:spcAft>
                <a:spcPts val="0"/>
              </a:spcAft>
              <a:buNone/>
            </a:pPr>
            <a:r>
              <a:rPr lang="en-US" sz="2000" i="1" dirty="0">
                <a:solidFill>
                  <a:srgbClr val="0070C0"/>
                </a:solidFill>
                <a:effectLst/>
              </a:rPr>
              <a:t>These two underlying dimensions of human behavior (assertiveness and cooperativeness) can then be used to define five different modes for responding to conflict situations:</a:t>
            </a:r>
            <a:endParaRPr lang="en-US" sz="2000" dirty="0">
              <a:solidFill>
                <a:srgbClr val="0070C0"/>
              </a:solidFill>
              <a:effectLst/>
            </a:endParaRPr>
          </a:p>
          <a:p>
            <a:pPr marL="0" indent="0">
              <a:buNone/>
            </a:pPr>
            <a:endParaRPr lang="en-US" dirty="0"/>
          </a:p>
        </p:txBody>
      </p:sp>
      <p:pic>
        <p:nvPicPr>
          <p:cNvPr id="2" name="Picture 1">
            <a:extLst>
              <a:ext uri="{FF2B5EF4-FFF2-40B4-BE49-F238E27FC236}">
                <a16:creationId xmlns:a16="http://schemas.microsoft.com/office/drawing/2014/main" id="{98809C87-B95B-14E9-E962-62D4B4DA6221}"/>
              </a:ext>
            </a:extLst>
          </p:cNvPr>
          <p:cNvPicPr>
            <a:picLocks noChangeAspect="1"/>
          </p:cNvPicPr>
          <p:nvPr/>
        </p:nvPicPr>
        <p:blipFill>
          <a:blip r:embed="rId3"/>
          <a:stretch>
            <a:fillRect/>
          </a:stretch>
        </p:blipFill>
        <p:spPr>
          <a:xfrm>
            <a:off x="4625761" y="3983789"/>
            <a:ext cx="2940477" cy="2737686"/>
          </a:xfrm>
          <a:prstGeom prst="rect">
            <a:avLst/>
          </a:prstGeom>
        </p:spPr>
      </p:pic>
    </p:spTree>
    <p:extLst>
      <p:ext uri="{BB962C8B-B14F-4D97-AF65-F5344CB8AC3E}">
        <p14:creationId xmlns:p14="http://schemas.microsoft.com/office/powerpoint/2010/main" val="2741516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3F3626D-5A55-81C6-37F5-8C6256F7D435}"/>
              </a:ext>
            </a:extLst>
          </p:cNvPr>
          <p:cNvSpPr>
            <a:spLocks noGrp="1"/>
          </p:cNvSpPr>
          <p:nvPr>
            <p:ph type="title"/>
          </p:nvPr>
        </p:nvSpPr>
        <p:spPr>
          <a:xfrm>
            <a:off x="838200" y="365127"/>
            <a:ext cx="10515600" cy="688170"/>
          </a:xfrm>
        </p:spPr>
        <p:txBody>
          <a:bodyPr/>
          <a:lstStyle/>
          <a:p>
            <a:r>
              <a:rPr lang="en-US" dirty="0">
                <a:solidFill>
                  <a:srgbClr val="D8A201"/>
                </a:solidFill>
              </a:rPr>
              <a:t>Conflict Management </a:t>
            </a:r>
          </a:p>
        </p:txBody>
      </p:sp>
      <p:sp>
        <p:nvSpPr>
          <p:cNvPr id="4" name="Date Placeholder 3">
            <a:extLst>
              <a:ext uri="{FF2B5EF4-FFF2-40B4-BE49-F238E27FC236}">
                <a16:creationId xmlns:a16="http://schemas.microsoft.com/office/drawing/2014/main" id="{7FEF40B7-4473-E8D6-0D28-398E1D86FC0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8D54A57-E55C-764B-8C87-B90E14394D5B}" type="datetime2">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Tuesday, March 11, 2025</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sp>
        <p:nvSpPr>
          <p:cNvPr id="6" name="Content Placeholder 5">
            <a:extLst>
              <a:ext uri="{FF2B5EF4-FFF2-40B4-BE49-F238E27FC236}">
                <a16:creationId xmlns:a16="http://schemas.microsoft.com/office/drawing/2014/main" id="{F6681BEC-A397-7A5A-E35C-6D05B5DB1D71}"/>
              </a:ext>
            </a:extLst>
          </p:cNvPr>
          <p:cNvSpPr>
            <a:spLocks noGrp="1"/>
          </p:cNvSpPr>
          <p:nvPr>
            <p:ph idx="1"/>
          </p:nvPr>
        </p:nvSpPr>
        <p:spPr>
          <a:xfrm>
            <a:off x="838200" y="1261641"/>
            <a:ext cx="10515600" cy="4185729"/>
          </a:xfrm>
        </p:spPr>
        <p:txBody>
          <a:bodyPr/>
          <a:lstStyle/>
          <a:p>
            <a:pPr marL="0" marR="0" indent="0">
              <a:spcBef>
                <a:spcPts val="0"/>
              </a:spcBef>
              <a:spcAft>
                <a:spcPts val="0"/>
              </a:spcAft>
              <a:buNone/>
            </a:pPr>
            <a:r>
              <a:rPr lang="en-US" dirty="0">
                <a:solidFill>
                  <a:srgbClr val="0070C0"/>
                </a:solidFill>
                <a:effectLst/>
              </a:rPr>
              <a:t>Complete the Conflict Styles Assessment from Thomas-Kilmann. Each question will present you with two options- choose the one that’s the best fit. There aren’t any right or wrong answers.</a:t>
            </a:r>
          </a:p>
          <a:p>
            <a:endParaRPr lang="en-US" dirty="0"/>
          </a:p>
          <a:p>
            <a:pPr marL="0" marR="0" indent="0">
              <a:spcBef>
                <a:spcPts val="0"/>
              </a:spcBef>
              <a:spcAft>
                <a:spcPts val="0"/>
              </a:spcAft>
              <a:buNone/>
            </a:pPr>
            <a:r>
              <a:rPr lang="en-US" sz="2400" dirty="0">
                <a:solidFill>
                  <a:srgbClr val="000000"/>
                </a:solidFill>
                <a:effectLst/>
              </a:rPr>
              <a:t>Conflict Styles Assessment </a:t>
            </a:r>
            <a:endParaRPr lang="en-US" sz="2400" dirty="0">
              <a:effectLst/>
            </a:endParaRPr>
          </a:p>
          <a:p>
            <a:pPr marL="0" indent="0">
              <a:buNone/>
            </a:pPr>
            <a:r>
              <a:rPr lang="en-US" sz="2400" u="sng" kern="0" dirty="0">
                <a:solidFill>
                  <a:srgbClr val="1155CC"/>
                </a:solidFill>
                <a:effectLst/>
                <a:hlinkClick r:id="rId3"/>
              </a:rPr>
              <a:t>https://www.usip.org/public-education-new/conflict-styles-assessment</a:t>
            </a:r>
            <a:endParaRPr lang="en-US" sz="2400" dirty="0"/>
          </a:p>
        </p:txBody>
      </p:sp>
    </p:spTree>
    <p:extLst>
      <p:ext uri="{BB962C8B-B14F-4D97-AF65-F5344CB8AC3E}">
        <p14:creationId xmlns:p14="http://schemas.microsoft.com/office/powerpoint/2010/main" val="12008917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955733" y="203200"/>
            <a:ext cx="10600832" cy="6451600"/>
          </a:xfrm>
          <a:prstGeom prst="rect">
            <a:avLst/>
          </a:prstGeom>
          <a:noFill/>
          <a:ln>
            <a:noFill/>
          </a:ln>
        </p:spPr>
      </p:pic>
      <p:sp>
        <p:nvSpPr>
          <p:cNvPr id="55" name="Google Shape;55;p13"/>
          <p:cNvSpPr txBox="1"/>
          <p:nvPr/>
        </p:nvSpPr>
        <p:spPr>
          <a:xfrm>
            <a:off x="8675433" y="6460433"/>
            <a:ext cx="3350800" cy="471948"/>
          </a:xfrm>
          <a:prstGeom prst="rect">
            <a:avLst/>
          </a:prstGeom>
          <a:noFill/>
          <a:ln>
            <a:noFill/>
          </a:ln>
        </p:spPr>
        <p:txBody>
          <a:bodyPr spcFirstLastPara="1" wrap="square" lIns="121900" tIns="121900" rIns="121900" bIns="121900" anchor="t" anchorCtr="0">
            <a:spAutoFit/>
          </a:bodyPr>
          <a:lstStyle/>
          <a:p>
            <a:pPr algn="r" defTabSz="1219170">
              <a:buClr>
                <a:srgbClr val="000000"/>
              </a:buClr>
            </a:pPr>
            <a:r>
              <a:rPr lang="en" sz="1467" kern="0">
                <a:solidFill>
                  <a:srgbClr val="000000"/>
                </a:solidFill>
                <a:latin typeface="Montserrat"/>
                <a:ea typeface="Montserrat"/>
                <a:cs typeface="Montserrat"/>
                <a:sym typeface="Montserrat"/>
              </a:rPr>
              <a:t>From Management Weekly</a:t>
            </a:r>
            <a:endParaRPr sz="1467" kern="0">
              <a:solidFill>
                <a:srgbClr val="000000"/>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65EA6-2737-FC0B-D79F-F83B7C09DBB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FE6656C-C385-8D3C-B2C7-6DA604D2003A}"/>
              </a:ext>
            </a:extLst>
          </p:cNvPr>
          <p:cNvSpPr>
            <a:spLocks noGrp="1"/>
          </p:cNvSpPr>
          <p:nvPr>
            <p:ph type="title"/>
          </p:nvPr>
        </p:nvSpPr>
        <p:spPr>
          <a:xfrm>
            <a:off x="838200" y="365126"/>
            <a:ext cx="10515600" cy="604358"/>
          </a:xfrm>
        </p:spPr>
        <p:txBody>
          <a:bodyPr>
            <a:normAutofit/>
          </a:bodyPr>
          <a:lstStyle/>
          <a:p>
            <a:r>
              <a:rPr lang="en-US" b="1" dirty="0">
                <a:solidFill>
                  <a:srgbClr val="D8A201"/>
                </a:solidFill>
                <a:latin typeface="Arial" panose="020B0604020202020204" pitchFamily="34" charset="0"/>
                <a:cs typeface="Arial" panose="020B0604020202020204" pitchFamily="34" charset="0"/>
              </a:rPr>
              <a:t>Problem-Solving Skills </a:t>
            </a:r>
          </a:p>
        </p:txBody>
      </p:sp>
      <p:sp>
        <p:nvSpPr>
          <p:cNvPr id="4" name="Date Placeholder 3">
            <a:extLst>
              <a:ext uri="{FF2B5EF4-FFF2-40B4-BE49-F238E27FC236}">
                <a16:creationId xmlns:a16="http://schemas.microsoft.com/office/drawing/2014/main" id="{9284E18E-D359-8EB1-9887-94AA364C48E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8D54A57-E55C-764B-8C87-B90E14394D5B}" type="datetime2">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Tuesday, March 11, 2025</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59FF7E63-74A4-62A0-368E-2593066B9C70}"/>
              </a:ext>
            </a:extLst>
          </p:cNvPr>
          <p:cNvSpPr>
            <a:spLocks noGrp="1"/>
          </p:cNvSpPr>
          <p:nvPr>
            <p:ph idx="1"/>
          </p:nvPr>
        </p:nvSpPr>
        <p:spPr>
          <a:xfrm>
            <a:off x="838200" y="1277957"/>
            <a:ext cx="10515600" cy="4169413"/>
          </a:xfrm>
        </p:spPr>
        <p:txBody>
          <a:bodyPr>
            <a:normAutofit lnSpcReduction="10000"/>
          </a:bodyPr>
          <a:lstStyle/>
          <a:p>
            <a:pPr marL="0" indent="0" algn="ctr">
              <a:buNone/>
            </a:pPr>
            <a:r>
              <a:rPr lang="en-US" sz="3200" b="1" u="sng" dirty="0">
                <a:solidFill>
                  <a:srgbClr val="0070C0"/>
                </a:solidFill>
              </a:rPr>
              <a:t>Problem Framing</a:t>
            </a:r>
          </a:p>
          <a:p>
            <a:pPr marL="0" indent="0" algn="ctr">
              <a:buNone/>
            </a:pPr>
            <a:r>
              <a:rPr lang="en-US" sz="2400" dirty="0">
                <a:solidFill>
                  <a:srgbClr val="0070C0"/>
                </a:solidFill>
              </a:rPr>
              <a:t>We often jump into problem-solving without evaluating the problem itself.</a:t>
            </a:r>
          </a:p>
          <a:p>
            <a:pPr marL="0" indent="0" algn="ctr">
              <a:buNone/>
            </a:pPr>
            <a:r>
              <a:rPr lang="en-US" sz="2400" dirty="0">
                <a:solidFill>
                  <a:srgbClr val="0070C0"/>
                </a:solidFill>
              </a:rPr>
              <a:t> </a:t>
            </a:r>
          </a:p>
          <a:p>
            <a:pPr marL="0" indent="0" algn="ctr">
              <a:buNone/>
            </a:pPr>
            <a:r>
              <a:rPr lang="en-US" sz="2400" i="1" u="sng" dirty="0">
                <a:solidFill>
                  <a:srgbClr val="0070C0"/>
                </a:solidFill>
              </a:rPr>
              <a:t>Ways to reframe problems:</a:t>
            </a:r>
          </a:p>
          <a:p>
            <a:pPr marL="0" indent="0" algn="ctr">
              <a:buNone/>
            </a:pPr>
            <a:endParaRPr lang="en-US" sz="2400" dirty="0">
              <a:solidFill>
                <a:srgbClr val="0070C0"/>
              </a:solidFill>
            </a:endParaRPr>
          </a:p>
          <a:p>
            <a:r>
              <a:rPr lang="en-US" sz="2400" b="1" dirty="0">
                <a:solidFill>
                  <a:srgbClr val="0070C0"/>
                </a:solidFill>
              </a:rPr>
              <a:t>“How might we” questions </a:t>
            </a:r>
            <a:r>
              <a:rPr lang="en-US" sz="2400" dirty="0">
                <a:solidFill>
                  <a:srgbClr val="0070C0"/>
                </a:solidFill>
              </a:rPr>
              <a:t>- transform problems into opportunities.</a:t>
            </a:r>
          </a:p>
          <a:p>
            <a:endParaRPr lang="en-US" sz="2400" dirty="0">
              <a:solidFill>
                <a:srgbClr val="0070C0"/>
              </a:solidFill>
            </a:endParaRPr>
          </a:p>
          <a:p>
            <a:r>
              <a:rPr lang="en-US" sz="2400" b="1" dirty="0">
                <a:solidFill>
                  <a:srgbClr val="0070C0"/>
                </a:solidFill>
              </a:rPr>
              <a:t>Worst Case scenarios </a:t>
            </a:r>
            <a:r>
              <a:rPr lang="en-US" sz="2400" dirty="0">
                <a:solidFill>
                  <a:srgbClr val="0070C0"/>
                </a:solidFill>
              </a:rPr>
              <a:t>– everything that could go wrong becomes innovation (proactive) </a:t>
            </a:r>
          </a:p>
        </p:txBody>
      </p:sp>
    </p:spTree>
    <p:extLst>
      <p:ext uri="{BB962C8B-B14F-4D97-AF65-F5344CB8AC3E}">
        <p14:creationId xmlns:p14="http://schemas.microsoft.com/office/powerpoint/2010/main" val="3368719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CC6C2-4871-CD45-DD65-85A7D81EBAE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4A44F2C-B9A2-00F2-FBEC-5C99A4062955}"/>
              </a:ext>
            </a:extLst>
          </p:cNvPr>
          <p:cNvSpPr>
            <a:spLocks noGrp="1"/>
          </p:cNvSpPr>
          <p:nvPr>
            <p:ph type="title"/>
          </p:nvPr>
        </p:nvSpPr>
        <p:spPr>
          <a:xfrm>
            <a:off x="838200" y="365126"/>
            <a:ext cx="10515600" cy="604358"/>
          </a:xfrm>
        </p:spPr>
        <p:txBody>
          <a:bodyPr>
            <a:normAutofit/>
          </a:bodyPr>
          <a:lstStyle/>
          <a:p>
            <a:r>
              <a:rPr lang="en-US" b="1" dirty="0">
                <a:solidFill>
                  <a:srgbClr val="D8A201"/>
                </a:solidFill>
                <a:latin typeface="Arial" panose="020B0604020202020204" pitchFamily="34" charset="0"/>
                <a:cs typeface="Arial" panose="020B0604020202020204" pitchFamily="34" charset="0"/>
              </a:rPr>
              <a:t>Problem-Solving Skills/Problem Framing  </a:t>
            </a:r>
          </a:p>
        </p:txBody>
      </p:sp>
      <p:sp>
        <p:nvSpPr>
          <p:cNvPr id="4" name="Date Placeholder 3">
            <a:extLst>
              <a:ext uri="{FF2B5EF4-FFF2-40B4-BE49-F238E27FC236}">
                <a16:creationId xmlns:a16="http://schemas.microsoft.com/office/drawing/2014/main" id="{597FD8B0-443B-2929-FEEC-211A4D4E9635}"/>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8D54A57-E55C-764B-8C87-B90E14394D5B}" type="datetime2">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Tuesday, March 11, 2025</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D5B4C5A7-E824-F8D9-C935-DCBEFBCD7B72}"/>
              </a:ext>
            </a:extLst>
          </p:cNvPr>
          <p:cNvSpPr>
            <a:spLocks noGrp="1"/>
          </p:cNvSpPr>
          <p:nvPr>
            <p:ph idx="1"/>
          </p:nvPr>
        </p:nvSpPr>
        <p:spPr>
          <a:xfrm>
            <a:off x="838200" y="1277957"/>
            <a:ext cx="10515600" cy="4169413"/>
          </a:xfrm>
        </p:spPr>
        <p:txBody>
          <a:bodyPr/>
          <a:lstStyle/>
          <a:p>
            <a:endParaRPr lang="en-US" b="1" dirty="0">
              <a:solidFill>
                <a:srgbClr val="0070C0"/>
              </a:solidFill>
            </a:endParaRPr>
          </a:p>
          <a:p>
            <a:r>
              <a:rPr lang="en-US" b="1" dirty="0">
                <a:solidFill>
                  <a:srgbClr val="0070C0"/>
                </a:solidFill>
              </a:rPr>
              <a:t>Rose, thorn, bud </a:t>
            </a:r>
            <a:r>
              <a:rPr lang="en-US" dirty="0">
                <a:solidFill>
                  <a:srgbClr val="0070C0"/>
                </a:solidFill>
              </a:rPr>
              <a:t>– visualizing data as (positive), (negative), and (opportunity). </a:t>
            </a:r>
          </a:p>
          <a:p>
            <a:endParaRPr lang="en-US" dirty="0">
              <a:solidFill>
                <a:srgbClr val="0070C0"/>
              </a:solidFill>
            </a:endParaRPr>
          </a:p>
          <a:p>
            <a:r>
              <a:rPr lang="en-US" b="1" dirty="0">
                <a:solidFill>
                  <a:srgbClr val="0070C0"/>
                </a:solidFill>
              </a:rPr>
              <a:t>Working backwards </a:t>
            </a:r>
            <a:r>
              <a:rPr lang="en-US" dirty="0">
                <a:solidFill>
                  <a:srgbClr val="0070C0"/>
                </a:solidFill>
              </a:rPr>
              <a:t>– follow the steps it took to become the problem.</a:t>
            </a:r>
          </a:p>
          <a:p>
            <a:endParaRPr lang="en-US" dirty="0">
              <a:solidFill>
                <a:srgbClr val="0070C0"/>
              </a:solidFill>
            </a:endParaRPr>
          </a:p>
        </p:txBody>
      </p:sp>
    </p:spTree>
    <p:extLst>
      <p:ext uri="{BB962C8B-B14F-4D97-AF65-F5344CB8AC3E}">
        <p14:creationId xmlns:p14="http://schemas.microsoft.com/office/powerpoint/2010/main" val="1443937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0575E-5D1F-1536-F04E-F3020A40B88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238D261-7E06-FA31-3E31-D4FFD153C04D}"/>
              </a:ext>
            </a:extLst>
          </p:cNvPr>
          <p:cNvSpPr>
            <a:spLocks noGrp="1"/>
          </p:cNvSpPr>
          <p:nvPr>
            <p:ph type="title"/>
          </p:nvPr>
        </p:nvSpPr>
        <p:spPr>
          <a:xfrm>
            <a:off x="838200" y="365126"/>
            <a:ext cx="10515600" cy="604358"/>
          </a:xfrm>
        </p:spPr>
        <p:txBody>
          <a:bodyPr>
            <a:normAutofit/>
          </a:bodyPr>
          <a:lstStyle/>
          <a:p>
            <a:r>
              <a:rPr lang="en-US" b="1" dirty="0">
                <a:solidFill>
                  <a:srgbClr val="D8A201"/>
                </a:solidFill>
                <a:latin typeface="Arial" panose="020B0604020202020204" pitchFamily="34" charset="0"/>
                <a:cs typeface="Arial" panose="020B0604020202020204" pitchFamily="34" charset="0"/>
              </a:rPr>
              <a:t>How to Problem Solve </a:t>
            </a:r>
          </a:p>
        </p:txBody>
      </p:sp>
      <p:sp>
        <p:nvSpPr>
          <p:cNvPr id="4" name="Date Placeholder 3">
            <a:extLst>
              <a:ext uri="{FF2B5EF4-FFF2-40B4-BE49-F238E27FC236}">
                <a16:creationId xmlns:a16="http://schemas.microsoft.com/office/drawing/2014/main" id="{D0F8D713-C1AB-B731-FE3C-C20507CB2EDB}"/>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8D54A57-E55C-764B-8C87-B90E14394D5B}" type="datetime2">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Tuesday, March 11, 2025</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DEAFA689-067B-A4BB-3441-EE742E70FFEE}"/>
              </a:ext>
            </a:extLst>
          </p:cNvPr>
          <p:cNvSpPr>
            <a:spLocks noGrp="1"/>
          </p:cNvSpPr>
          <p:nvPr>
            <p:ph idx="1"/>
          </p:nvPr>
        </p:nvSpPr>
        <p:spPr>
          <a:xfrm>
            <a:off x="838200" y="1277957"/>
            <a:ext cx="10515600" cy="4169413"/>
          </a:xfrm>
        </p:spPr>
        <p:txBody>
          <a:bodyPr>
            <a:normAutofit lnSpcReduction="10000"/>
          </a:bodyPr>
          <a:lstStyle/>
          <a:p>
            <a:pPr marL="0" indent="0" algn="ctr">
              <a:buNone/>
            </a:pPr>
            <a:r>
              <a:rPr lang="en-US" dirty="0">
                <a:solidFill>
                  <a:srgbClr val="0070C0"/>
                </a:solidFill>
              </a:rPr>
              <a:t>Steps to improve your problem-solving?</a:t>
            </a:r>
          </a:p>
          <a:p>
            <a:pPr marL="0" indent="0" algn="ctr">
              <a:buNone/>
            </a:pPr>
            <a:endParaRPr lang="en-US" dirty="0">
              <a:solidFill>
                <a:srgbClr val="0070C0"/>
              </a:solidFill>
            </a:endParaRPr>
          </a:p>
          <a:p>
            <a:r>
              <a:rPr lang="en-US" sz="2400" b="1" i="1" dirty="0">
                <a:solidFill>
                  <a:srgbClr val="0070C0"/>
                </a:solidFill>
              </a:rPr>
              <a:t>Define the problem</a:t>
            </a:r>
          </a:p>
          <a:p>
            <a:r>
              <a:rPr lang="en-US" sz="2400" b="1" i="1" dirty="0">
                <a:solidFill>
                  <a:srgbClr val="0070C0"/>
                </a:solidFill>
              </a:rPr>
              <a:t>Diagnosing the root cause</a:t>
            </a:r>
          </a:p>
          <a:p>
            <a:r>
              <a:rPr lang="en-US" sz="2400" b="1" i="1" dirty="0">
                <a:solidFill>
                  <a:srgbClr val="0070C0"/>
                </a:solidFill>
              </a:rPr>
              <a:t>Identifying and implementing a solution</a:t>
            </a:r>
          </a:p>
          <a:p>
            <a:r>
              <a:rPr lang="en-US" sz="2400" b="1" i="1" dirty="0">
                <a:solidFill>
                  <a:srgbClr val="0070C0"/>
                </a:solidFill>
              </a:rPr>
              <a:t>Sustaining results</a:t>
            </a:r>
          </a:p>
          <a:p>
            <a:endParaRPr lang="en-US" sz="2400" dirty="0">
              <a:solidFill>
                <a:srgbClr val="0070C0"/>
              </a:solidFill>
            </a:endParaRPr>
          </a:p>
          <a:p>
            <a:pPr marL="0" indent="0" algn="ctr">
              <a:buNone/>
            </a:pPr>
            <a:r>
              <a:rPr lang="en-US" sz="3200" dirty="0">
                <a:solidFill>
                  <a:srgbClr val="0070C0"/>
                </a:solidFill>
              </a:rPr>
              <a:t>In the classroom, name some problem-solving skills for the whiteboard!</a:t>
            </a:r>
          </a:p>
          <a:p>
            <a:endParaRPr lang="en-US" dirty="0">
              <a:solidFill>
                <a:srgbClr val="0070C0"/>
              </a:solidFill>
            </a:endParaRPr>
          </a:p>
          <a:p>
            <a:endParaRPr lang="en-US" dirty="0">
              <a:solidFill>
                <a:srgbClr val="0070C0"/>
              </a:solidFill>
            </a:endParaRPr>
          </a:p>
        </p:txBody>
      </p:sp>
    </p:spTree>
    <p:extLst>
      <p:ext uri="{BB962C8B-B14F-4D97-AF65-F5344CB8AC3E}">
        <p14:creationId xmlns:p14="http://schemas.microsoft.com/office/powerpoint/2010/main" val="215838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8AF76-4928-1957-41D1-6836E8D00C0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D05461B-8227-4EE5-D0DE-F47C6EA5C8DD}"/>
              </a:ext>
            </a:extLst>
          </p:cNvPr>
          <p:cNvSpPr>
            <a:spLocks noGrp="1"/>
          </p:cNvSpPr>
          <p:nvPr>
            <p:ph type="title"/>
          </p:nvPr>
        </p:nvSpPr>
        <p:spPr>
          <a:xfrm>
            <a:off x="838200" y="365126"/>
            <a:ext cx="10515600" cy="604358"/>
          </a:xfrm>
        </p:spPr>
        <p:txBody>
          <a:bodyPr>
            <a:normAutofit/>
          </a:bodyPr>
          <a:lstStyle/>
          <a:p>
            <a:r>
              <a:rPr lang="en-US" b="1" dirty="0">
                <a:solidFill>
                  <a:srgbClr val="D8A201"/>
                </a:solidFill>
                <a:latin typeface="Arial" panose="020B0604020202020204" pitchFamily="34" charset="0"/>
                <a:cs typeface="Arial" panose="020B0604020202020204" pitchFamily="34" charset="0"/>
              </a:rPr>
              <a:t>Digital Badges from Education Design Lab  </a:t>
            </a:r>
          </a:p>
        </p:txBody>
      </p:sp>
      <p:sp>
        <p:nvSpPr>
          <p:cNvPr id="4" name="Date Placeholder 3">
            <a:extLst>
              <a:ext uri="{FF2B5EF4-FFF2-40B4-BE49-F238E27FC236}">
                <a16:creationId xmlns:a16="http://schemas.microsoft.com/office/drawing/2014/main" id="{1D7704FF-25E8-13F6-1D50-21F70C327E7C}"/>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8D54A57-E55C-764B-8C87-B90E14394D5B}" type="datetime2">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Tuesday, March 11, 2025</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E6333618-D96B-6BEA-378F-8859D80E18ED}"/>
              </a:ext>
            </a:extLst>
          </p:cNvPr>
          <p:cNvSpPr>
            <a:spLocks noGrp="1"/>
          </p:cNvSpPr>
          <p:nvPr>
            <p:ph idx="1"/>
          </p:nvPr>
        </p:nvSpPr>
        <p:spPr>
          <a:xfrm>
            <a:off x="838200" y="1277957"/>
            <a:ext cx="10515600" cy="4169413"/>
          </a:xfrm>
        </p:spPr>
        <p:txBody>
          <a:bodyPr/>
          <a:lstStyle/>
          <a:p>
            <a:endParaRPr lang="en-US" dirty="0">
              <a:solidFill>
                <a:srgbClr val="0070C0"/>
              </a:solidFill>
            </a:endParaRPr>
          </a:p>
        </p:txBody>
      </p:sp>
      <p:graphicFrame>
        <p:nvGraphicFramePr>
          <p:cNvPr id="2" name="Object 1">
            <a:extLst>
              <a:ext uri="{FF2B5EF4-FFF2-40B4-BE49-F238E27FC236}">
                <a16:creationId xmlns:a16="http://schemas.microsoft.com/office/drawing/2014/main" id="{90A43A8D-08ED-1124-29E2-FBBECC172BD4}"/>
              </a:ext>
            </a:extLst>
          </p:cNvPr>
          <p:cNvGraphicFramePr>
            <a:graphicFrameLocks noChangeAspect="1"/>
          </p:cNvGraphicFramePr>
          <p:nvPr>
            <p:extLst>
              <p:ext uri="{D42A27DB-BD31-4B8C-83A1-F6EECF244321}">
                <p14:modId xmlns:p14="http://schemas.microsoft.com/office/powerpoint/2010/main" val="563138932"/>
              </p:ext>
            </p:extLst>
          </p:nvPr>
        </p:nvGraphicFramePr>
        <p:xfrm>
          <a:off x="3610020" y="1189822"/>
          <a:ext cx="4971959" cy="4759286"/>
        </p:xfrm>
        <a:graphic>
          <a:graphicData uri="http://schemas.openxmlformats.org/presentationml/2006/ole">
            <mc:AlternateContent xmlns:mc="http://schemas.openxmlformats.org/markup-compatibility/2006">
              <mc:Choice xmlns:v="urn:schemas-microsoft-com:vml" Requires="v">
                <p:oleObj name="Acrobat Document" r:id="rId3" imgW="5829257" imgH="7543568" progId="Acrobat.Document.DC">
                  <p:embed/>
                </p:oleObj>
              </mc:Choice>
              <mc:Fallback>
                <p:oleObj name="Acrobat Document" r:id="rId3" imgW="5829257" imgH="7543568" progId="Acrobat.Document.DC">
                  <p:embed/>
                  <p:pic>
                    <p:nvPicPr>
                      <p:cNvPr id="2" name="Object 1">
                        <a:extLst>
                          <a:ext uri="{FF2B5EF4-FFF2-40B4-BE49-F238E27FC236}">
                            <a16:creationId xmlns:a16="http://schemas.microsoft.com/office/drawing/2014/main" id="{90A43A8D-08ED-1124-29E2-FBBECC172BD4}"/>
                          </a:ext>
                        </a:extLst>
                      </p:cNvPr>
                      <p:cNvPicPr/>
                      <p:nvPr/>
                    </p:nvPicPr>
                    <p:blipFill>
                      <a:blip r:embed="rId4"/>
                      <a:stretch>
                        <a:fillRect/>
                      </a:stretch>
                    </p:blipFill>
                    <p:spPr>
                      <a:xfrm>
                        <a:off x="3610020" y="1189822"/>
                        <a:ext cx="4971959" cy="4759286"/>
                      </a:xfrm>
                      <a:prstGeom prst="rect">
                        <a:avLst/>
                      </a:prstGeom>
                    </p:spPr>
                  </p:pic>
                </p:oleObj>
              </mc:Fallback>
            </mc:AlternateContent>
          </a:graphicData>
        </a:graphic>
      </p:graphicFrame>
    </p:spTree>
    <p:extLst>
      <p:ext uri="{BB962C8B-B14F-4D97-AF65-F5344CB8AC3E}">
        <p14:creationId xmlns:p14="http://schemas.microsoft.com/office/powerpoint/2010/main" val="1931803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3F3626D-5A55-81C6-37F5-8C6256F7D435}"/>
              </a:ext>
            </a:extLst>
          </p:cNvPr>
          <p:cNvSpPr>
            <a:spLocks noGrp="1"/>
          </p:cNvSpPr>
          <p:nvPr>
            <p:ph type="title"/>
          </p:nvPr>
        </p:nvSpPr>
        <p:spPr>
          <a:xfrm>
            <a:off x="838200" y="365126"/>
            <a:ext cx="10515600" cy="346699"/>
          </a:xfrm>
        </p:spPr>
        <p:txBody>
          <a:bodyPr>
            <a:normAutofit fontScale="90000"/>
          </a:bodyPr>
          <a:lstStyle/>
          <a:p>
            <a:pPr algn="l"/>
            <a:endParaRPr lang="en-US" dirty="0"/>
          </a:p>
        </p:txBody>
      </p:sp>
      <p:sp>
        <p:nvSpPr>
          <p:cNvPr id="4" name="Date Placeholder 3">
            <a:extLst>
              <a:ext uri="{FF2B5EF4-FFF2-40B4-BE49-F238E27FC236}">
                <a16:creationId xmlns:a16="http://schemas.microsoft.com/office/drawing/2014/main" id="{7FEF40B7-4473-E8D6-0D28-398E1D86FC0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8D54A57-E55C-764B-8C87-B90E14394D5B}" type="datetime2">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Tuesday, March 11, 2025</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pic>
        <p:nvPicPr>
          <p:cNvPr id="3" name="Content Placeholder 2" descr="A picture containing text&#10;&#10;Description automatically generated">
            <a:extLst>
              <a:ext uri="{FF2B5EF4-FFF2-40B4-BE49-F238E27FC236}">
                <a16:creationId xmlns:a16="http://schemas.microsoft.com/office/drawing/2014/main" id="{0CE9524E-4E9E-4DFA-87CA-24326D28B41B}"/>
              </a:ext>
            </a:extLst>
          </p:cNvPr>
          <p:cNvPicPr>
            <a:picLocks noGrp="1" noChangeAspect="1"/>
          </p:cNvPicPr>
          <p:nvPr>
            <p:ph idx="1"/>
          </p:nvPr>
        </p:nvPicPr>
        <p:blipFill>
          <a:blip r:embed="rId2"/>
          <a:stretch>
            <a:fillRect/>
          </a:stretch>
        </p:blipFill>
        <p:spPr>
          <a:xfrm>
            <a:off x="3122978" y="365126"/>
            <a:ext cx="5946043" cy="5696855"/>
          </a:xfrm>
        </p:spPr>
      </p:pic>
    </p:spTree>
    <p:extLst>
      <p:ext uri="{BB962C8B-B14F-4D97-AF65-F5344CB8AC3E}">
        <p14:creationId xmlns:p14="http://schemas.microsoft.com/office/powerpoint/2010/main" val="24181081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3F3626D-5A55-81C6-37F5-8C6256F7D435}"/>
              </a:ext>
            </a:extLst>
          </p:cNvPr>
          <p:cNvSpPr>
            <a:spLocks noGrp="1"/>
          </p:cNvSpPr>
          <p:nvPr>
            <p:ph type="title"/>
          </p:nvPr>
        </p:nvSpPr>
        <p:spPr>
          <a:xfrm>
            <a:off x="838200" y="365126"/>
            <a:ext cx="10515600" cy="346699"/>
          </a:xfrm>
        </p:spPr>
        <p:txBody>
          <a:bodyPr>
            <a:normAutofit fontScale="90000"/>
          </a:bodyPr>
          <a:lstStyle/>
          <a:p>
            <a:pPr algn="l"/>
            <a:endParaRPr lang="en-US" dirty="0"/>
          </a:p>
        </p:txBody>
      </p:sp>
      <p:sp>
        <p:nvSpPr>
          <p:cNvPr id="4" name="Date Placeholder 3">
            <a:extLst>
              <a:ext uri="{FF2B5EF4-FFF2-40B4-BE49-F238E27FC236}">
                <a16:creationId xmlns:a16="http://schemas.microsoft.com/office/drawing/2014/main" id="{7FEF40B7-4473-E8D6-0D28-398E1D86FC0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8D54A57-E55C-764B-8C87-B90E14394D5B}" type="datetime2">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Tuesday, March 11, 2025</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pic>
        <p:nvPicPr>
          <p:cNvPr id="3" name="Content Placeholder 2">
            <a:extLst>
              <a:ext uri="{FF2B5EF4-FFF2-40B4-BE49-F238E27FC236}">
                <a16:creationId xmlns:a16="http://schemas.microsoft.com/office/drawing/2014/main" id="{01D2EA87-94FB-4455-2A9B-99ED352F38D2}"/>
              </a:ext>
            </a:extLst>
          </p:cNvPr>
          <p:cNvPicPr>
            <a:picLocks noGrp="1" noChangeAspect="1"/>
          </p:cNvPicPr>
          <p:nvPr>
            <p:ph idx="1"/>
          </p:nvPr>
        </p:nvPicPr>
        <p:blipFill>
          <a:blip r:embed="rId2"/>
          <a:stretch>
            <a:fillRect/>
          </a:stretch>
        </p:blipFill>
        <p:spPr>
          <a:xfrm>
            <a:off x="3383095" y="365126"/>
            <a:ext cx="5199043" cy="5275510"/>
          </a:xfrm>
        </p:spPr>
      </p:pic>
    </p:spTree>
    <p:extLst>
      <p:ext uri="{BB962C8B-B14F-4D97-AF65-F5344CB8AC3E}">
        <p14:creationId xmlns:p14="http://schemas.microsoft.com/office/powerpoint/2010/main" val="24218737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3F3626D-5A55-81C6-37F5-8C6256F7D435}"/>
              </a:ext>
            </a:extLst>
          </p:cNvPr>
          <p:cNvSpPr>
            <a:spLocks noGrp="1"/>
          </p:cNvSpPr>
          <p:nvPr>
            <p:ph type="title"/>
          </p:nvPr>
        </p:nvSpPr>
        <p:spPr>
          <a:xfrm>
            <a:off x="838200" y="365126"/>
            <a:ext cx="10515600" cy="604358"/>
          </a:xfrm>
        </p:spPr>
        <p:txBody>
          <a:bodyPr>
            <a:normAutofit/>
          </a:bodyPr>
          <a:lstStyle/>
          <a:p>
            <a:r>
              <a:rPr lang="en-US" b="1" dirty="0">
                <a:solidFill>
                  <a:srgbClr val="D8A201"/>
                </a:solidFill>
                <a:latin typeface="Arial" panose="020B0604020202020204" pitchFamily="34" charset="0"/>
                <a:cs typeface="Arial" panose="020B0604020202020204" pitchFamily="34" charset="0"/>
              </a:rPr>
              <a:t>Matching cover letter to job descriptions </a:t>
            </a:r>
          </a:p>
        </p:txBody>
      </p:sp>
      <p:sp>
        <p:nvSpPr>
          <p:cNvPr id="4" name="Date Placeholder 3">
            <a:extLst>
              <a:ext uri="{FF2B5EF4-FFF2-40B4-BE49-F238E27FC236}">
                <a16:creationId xmlns:a16="http://schemas.microsoft.com/office/drawing/2014/main" id="{7FEF40B7-4473-E8D6-0D28-398E1D86FC0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8D54A57-E55C-764B-8C87-B90E14394D5B}" type="datetime2">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Tuesday, March 11, 2025</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5DF5E635-59F8-2F62-35BA-4475D78FF963}"/>
              </a:ext>
            </a:extLst>
          </p:cNvPr>
          <p:cNvSpPr>
            <a:spLocks noGrp="1"/>
          </p:cNvSpPr>
          <p:nvPr>
            <p:ph idx="1"/>
          </p:nvPr>
        </p:nvSpPr>
        <p:spPr>
          <a:xfrm>
            <a:off x="838200" y="969485"/>
            <a:ext cx="10515600" cy="4477886"/>
          </a:xfrm>
        </p:spPr>
        <p:txBody>
          <a:bodyPr/>
          <a:lstStyle/>
          <a:p>
            <a:r>
              <a:rPr lang="en-US" dirty="0">
                <a:solidFill>
                  <a:srgbClr val="0070C0"/>
                </a:solidFill>
                <a:latin typeface="Arial" panose="020B0604020202020204" pitchFamily="34" charset="0"/>
                <a:cs typeface="Arial" panose="020B0604020202020204" pitchFamily="34" charset="0"/>
              </a:rPr>
              <a:t>Use a typical job description from Indeed or the Workday mock job description to prompt ChatGPT for this exercise. </a:t>
            </a:r>
          </a:p>
          <a:p>
            <a:endParaRPr lang="en-US" dirty="0">
              <a:solidFill>
                <a:srgbClr val="0070C0"/>
              </a:solidFill>
            </a:endParaRPr>
          </a:p>
          <a:p>
            <a:pPr marL="0" indent="0">
              <a:buNone/>
            </a:pPr>
            <a:r>
              <a:rPr lang="en-US" sz="2800" dirty="0">
                <a:solidFill>
                  <a:srgbClr val="0070C0"/>
                </a:solidFill>
                <a:latin typeface="Arial" panose="020B0604020202020204" pitchFamily="34" charset="0"/>
                <a:cs typeface="Arial" panose="020B0604020202020204" pitchFamily="34" charset="0"/>
              </a:rPr>
              <a:t>Now we will open ChatGPT and demonstrate how to create the cover letter.</a:t>
            </a:r>
          </a:p>
          <a:p>
            <a:pPr marL="0" indent="0">
              <a:buNone/>
            </a:pPr>
            <a:endParaRPr lang="en-US" sz="2800" dirty="0">
              <a:solidFill>
                <a:srgbClr val="0070C0"/>
              </a:solidFill>
              <a:latin typeface="Arial" panose="020B0604020202020204" pitchFamily="34" charset="0"/>
              <a:cs typeface="Arial" panose="020B0604020202020204" pitchFamily="34" charset="0"/>
            </a:endParaRPr>
          </a:p>
          <a:p>
            <a:pPr marL="0" indent="0">
              <a:buNone/>
            </a:pPr>
            <a:r>
              <a:rPr lang="en-US" sz="2800" dirty="0">
                <a:solidFill>
                  <a:srgbClr val="0070C0"/>
                </a:solidFill>
                <a:latin typeface="Arial" panose="020B06040202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https://chat.openai.com/</a:t>
            </a:r>
            <a:endParaRPr lang="en-US" sz="2800" dirty="0">
              <a:solidFill>
                <a:srgbClr val="0070C0"/>
              </a:solidFill>
              <a:latin typeface="Arial" panose="020B0604020202020204" pitchFamily="34" charset="0"/>
              <a:cs typeface="Arial" panose="020B0604020202020204" pitchFamily="34" charset="0"/>
            </a:endParaRPr>
          </a:p>
          <a:p>
            <a:endParaRPr lang="en-US" dirty="0">
              <a:solidFill>
                <a:srgbClr val="0070C0"/>
              </a:solidFill>
            </a:endParaRPr>
          </a:p>
        </p:txBody>
      </p:sp>
    </p:spTree>
    <p:extLst>
      <p:ext uri="{BB962C8B-B14F-4D97-AF65-F5344CB8AC3E}">
        <p14:creationId xmlns:p14="http://schemas.microsoft.com/office/powerpoint/2010/main" val="26409076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C5F496E-FAC8-204E-B7B0-9930E57CA2B4}"/>
              </a:ext>
            </a:extLst>
          </p:cNvPr>
          <p:cNvSpPr/>
          <p:nvPr/>
        </p:nvSpPr>
        <p:spPr>
          <a:xfrm>
            <a:off x="6338073" y="0"/>
            <a:ext cx="5894983" cy="6858000"/>
          </a:xfrm>
          <a:prstGeom prst="rect">
            <a:avLst/>
          </a:prstGeom>
          <a:solidFill>
            <a:schemeClr val="bg2">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3" name="Rectangle 2">
            <a:extLst>
              <a:ext uri="{FF2B5EF4-FFF2-40B4-BE49-F238E27FC236}">
                <a16:creationId xmlns:a16="http://schemas.microsoft.com/office/drawing/2014/main" id="{F163F8FE-B5DD-7545-93FC-CD091B6DDDC5}"/>
              </a:ext>
            </a:extLst>
          </p:cNvPr>
          <p:cNvSpPr/>
          <p:nvPr/>
        </p:nvSpPr>
        <p:spPr>
          <a:xfrm>
            <a:off x="6338073" y="0"/>
            <a:ext cx="1959428" cy="6858000"/>
          </a:xfrm>
          <a:prstGeom prst="rect">
            <a:avLst/>
          </a:prstGeom>
          <a:solidFill>
            <a:schemeClr val="tx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4" name="Rectangle 3">
            <a:extLst>
              <a:ext uri="{FF2B5EF4-FFF2-40B4-BE49-F238E27FC236}">
                <a16:creationId xmlns:a16="http://schemas.microsoft.com/office/drawing/2014/main" id="{97AB9456-14CC-E340-984E-6E0C582F9758}"/>
              </a:ext>
            </a:extLst>
          </p:cNvPr>
          <p:cNvSpPr/>
          <p:nvPr/>
        </p:nvSpPr>
        <p:spPr>
          <a:xfrm>
            <a:off x="8577944" y="154548"/>
            <a:ext cx="1965561" cy="18888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dirty="0"/>
          </a:p>
        </p:txBody>
      </p:sp>
      <p:sp>
        <p:nvSpPr>
          <p:cNvPr id="5" name="Rectangle 4">
            <a:extLst>
              <a:ext uri="{FF2B5EF4-FFF2-40B4-BE49-F238E27FC236}">
                <a16:creationId xmlns:a16="http://schemas.microsoft.com/office/drawing/2014/main" id="{F4CE4776-7929-CE4D-B7E7-81C4B3584BA1}"/>
              </a:ext>
            </a:extLst>
          </p:cNvPr>
          <p:cNvSpPr/>
          <p:nvPr/>
        </p:nvSpPr>
        <p:spPr>
          <a:xfrm>
            <a:off x="6338073" y="497982"/>
            <a:ext cx="5894983" cy="772733"/>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dirty="0"/>
          </a:p>
        </p:txBody>
      </p:sp>
      <p:sp>
        <p:nvSpPr>
          <p:cNvPr id="6" name="Oval 5">
            <a:extLst>
              <a:ext uri="{FF2B5EF4-FFF2-40B4-BE49-F238E27FC236}">
                <a16:creationId xmlns:a16="http://schemas.microsoft.com/office/drawing/2014/main" id="{144A6CBB-AB04-D24E-BA00-807C43F19F8D}"/>
              </a:ext>
            </a:extLst>
          </p:cNvPr>
          <p:cNvSpPr/>
          <p:nvPr/>
        </p:nvSpPr>
        <p:spPr>
          <a:xfrm>
            <a:off x="6648354" y="154547"/>
            <a:ext cx="1373745" cy="1356575"/>
          </a:xfrm>
          <a:prstGeom prst="ellipse">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7" name="Oval 6">
            <a:extLst>
              <a:ext uri="{FF2B5EF4-FFF2-40B4-BE49-F238E27FC236}">
                <a16:creationId xmlns:a16="http://schemas.microsoft.com/office/drawing/2014/main" id="{B1A264AD-2177-D14D-B946-CD71C6C5A24C}"/>
              </a:ext>
            </a:extLst>
          </p:cNvPr>
          <p:cNvSpPr/>
          <p:nvPr/>
        </p:nvSpPr>
        <p:spPr>
          <a:xfrm>
            <a:off x="8725387" y="1768696"/>
            <a:ext cx="229675" cy="206061"/>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8" name="Oval 7">
            <a:extLst>
              <a:ext uri="{FF2B5EF4-FFF2-40B4-BE49-F238E27FC236}">
                <a16:creationId xmlns:a16="http://schemas.microsoft.com/office/drawing/2014/main" id="{AC72D3EF-1401-A14E-AB6A-640AFD29806A}"/>
              </a:ext>
            </a:extLst>
          </p:cNvPr>
          <p:cNvSpPr/>
          <p:nvPr/>
        </p:nvSpPr>
        <p:spPr>
          <a:xfrm>
            <a:off x="8725387" y="3510818"/>
            <a:ext cx="229675" cy="206061"/>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9" name="Rectangle 8">
            <a:extLst>
              <a:ext uri="{FF2B5EF4-FFF2-40B4-BE49-F238E27FC236}">
                <a16:creationId xmlns:a16="http://schemas.microsoft.com/office/drawing/2014/main" id="{E438178C-A114-BD48-A131-5B10ED400991}"/>
              </a:ext>
            </a:extLst>
          </p:cNvPr>
          <p:cNvSpPr/>
          <p:nvPr/>
        </p:nvSpPr>
        <p:spPr>
          <a:xfrm>
            <a:off x="9197554" y="1853699"/>
            <a:ext cx="1287887" cy="6096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0" name="Rectangle 9">
            <a:extLst>
              <a:ext uri="{FF2B5EF4-FFF2-40B4-BE49-F238E27FC236}">
                <a16:creationId xmlns:a16="http://schemas.microsoft.com/office/drawing/2014/main" id="{7C487594-3E22-4F45-92F9-397306F1B78B}"/>
              </a:ext>
            </a:extLst>
          </p:cNvPr>
          <p:cNvSpPr/>
          <p:nvPr/>
        </p:nvSpPr>
        <p:spPr>
          <a:xfrm>
            <a:off x="9199129" y="3576607"/>
            <a:ext cx="1287887" cy="60959"/>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cxnSp>
        <p:nvCxnSpPr>
          <p:cNvPr id="12" name="Straight Connector 11">
            <a:extLst>
              <a:ext uri="{FF2B5EF4-FFF2-40B4-BE49-F238E27FC236}">
                <a16:creationId xmlns:a16="http://schemas.microsoft.com/office/drawing/2014/main" id="{00ED9D88-F432-1F4F-906E-DD0AEC75F05B}"/>
              </a:ext>
            </a:extLst>
          </p:cNvPr>
          <p:cNvCxnSpPr/>
          <p:nvPr/>
        </p:nvCxnSpPr>
        <p:spPr>
          <a:xfrm>
            <a:off x="9230752" y="2246644"/>
            <a:ext cx="72318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9C52F00-0894-FA45-917E-870906FCB770}"/>
              </a:ext>
            </a:extLst>
          </p:cNvPr>
          <p:cNvCxnSpPr>
            <a:cxnSpLocks/>
          </p:cNvCxnSpPr>
          <p:nvPr/>
        </p:nvCxnSpPr>
        <p:spPr>
          <a:xfrm>
            <a:off x="10196148" y="2246644"/>
            <a:ext cx="110396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9C75369-D770-A147-9E3A-66ACCC07D9E6}"/>
              </a:ext>
            </a:extLst>
          </p:cNvPr>
          <p:cNvCxnSpPr>
            <a:cxnSpLocks/>
          </p:cNvCxnSpPr>
          <p:nvPr/>
        </p:nvCxnSpPr>
        <p:spPr>
          <a:xfrm>
            <a:off x="10210390" y="3875108"/>
            <a:ext cx="110396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9367EBF-1925-414D-A7AA-51E3478689A4}"/>
              </a:ext>
            </a:extLst>
          </p:cNvPr>
          <p:cNvCxnSpPr/>
          <p:nvPr/>
        </p:nvCxnSpPr>
        <p:spPr>
          <a:xfrm>
            <a:off x="9213381" y="3880831"/>
            <a:ext cx="72318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81C36FF-4892-9C4C-8622-A4C587229547}"/>
              </a:ext>
            </a:extLst>
          </p:cNvPr>
          <p:cNvCxnSpPr>
            <a:cxnSpLocks/>
          </p:cNvCxnSpPr>
          <p:nvPr/>
        </p:nvCxnSpPr>
        <p:spPr>
          <a:xfrm>
            <a:off x="9261774" y="2561463"/>
            <a:ext cx="21952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F9C97BC-74C2-114C-BFC5-34BE919F37E6}"/>
              </a:ext>
            </a:extLst>
          </p:cNvPr>
          <p:cNvCxnSpPr>
            <a:cxnSpLocks/>
          </p:cNvCxnSpPr>
          <p:nvPr/>
        </p:nvCxnSpPr>
        <p:spPr>
          <a:xfrm>
            <a:off x="9241946" y="2807595"/>
            <a:ext cx="21952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A6A9B05-70B1-5446-8959-650BB982B596}"/>
              </a:ext>
            </a:extLst>
          </p:cNvPr>
          <p:cNvCxnSpPr>
            <a:cxnSpLocks/>
          </p:cNvCxnSpPr>
          <p:nvPr/>
        </p:nvCxnSpPr>
        <p:spPr>
          <a:xfrm>
            <a:off x="9253341" y="4487569"/>
            <a:ext cx="21952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3491772-F7B0-CC4C-871C-4B84A154BF37}"/>
              </a:ext>
            </a:extLst>
          </p:cNvPr>
          <p:cNvCxnSpPr>
            <a:cxnSpLocks/>
          </p:cNvCxnSpPr>
          <p:nvPr/>
        </p:nvCxnSpPr>
        <p:spPr>
          <a:xfrm>
            <a:off x="9213381" y="4175611"/>
            <a:ext cx="21952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EB00A627-415D-8A4D-874F-37C1E3F810D5}"/>
              </a:ext>
            </a:extLst>
          </p:cNvPr>
          <p:cNvCxnSpPr>
            <a:cxnSpLocks/>
          </p:cNvCxnSpPr>
          <p:nvPr/>
        </p:nvCxnSpPr>
        <p:spPr>
          <a:xfrm>
            <a:off x="6717181" y="2246644"/>
            <a:ext cx="110396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A9AF1E8-B699-E643-AE69-CD46E7590E29}"/>
              </a:ext>
            </a:extLst>
          </p:cNvPr>
          <p:cNvCxnSpPr>
            <a:cxnSpLocks/>
          </p:cNvCxnSpPr>
          <p:nvPr/>
        </p:nvCxnSpPr>
        <p:spPr>
          <a:xfrm>
            <a:off x="6717184" y="2561463"/>
            <a:ext cx="110396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8B1445D-BA5B-3148-91A6-69C0ED6E78C1}"/>
              </a:ext>
            </a:extLst>
          </p:cNvPr>
          <p:cNvCxnSpPr>
            <a:cxnSpLocks/>
          </p:cNvCxnSpPr>
          <p:nvPr/>
        </p:nvCxnSpPr>
        <p:spPr>
          <a:xfrm>
            <a:off x="6717184" y="2807595"/>
            <a:ext cx="1103969" cy="0"/>
          </a:xfrm>
          <a:prstGeom prst="line">
            <a:avLst/>
          </a:prstGeom>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5087DA05-8A16-F34F-A961-BBB223893351}"/>
              </a:ext>
            </a:extLst>
          </p:cNvPr>
          <p:cNvSpPr/>
          <p:nvPr/>
        </p:nvSpPr>
        <p:spPr>
          <a:xfrm>
            <a:off x="8725387" y="5050555"/>
            <a:ext cx="229675" cy="206061"/>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31" name="Rectangle 30">
            <a:extLst>
              <a:ext uri="{FF2B5EF4-FFF2-40B4-BE49-F238E27FC236}">
                <a16:creationId xmlns:a16="http://schemas.microsoft.com/office/drawing/2014/main" id="{C321C974-A08E-6F4A-B4B7-F3A81B31D2F0}"/>
              </a:ext>
            </a:extLst>
          </p:cNvPr>
          <p:cNvSpPr/>
          <p:nvPr/>
        </p:nvSpPr>
        <p:spPr>
          <a:xfrm>
            <a:off x="9226565" y="5103897"/>
            <a:ext cx="1287887" cy="60959"/>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cxnSp>
        <p:nvCxnSpPr>
          <p:cNvPr id="32" name="Straight Connector 31">
            <a:extLst>
              <a:ext uri="{FF2B5EF4-FFF2-40B4-BE49-F238E27FC236}">
                <a16:creationId xmlns:a16="http://schemas.microsoft.com/office/drawing/2014/main" id="{30E871D1-3429-E94F-9424-1CE7D308AEC1}"/>
              </a:ext>
            </a:extLst>
          </p:cNvPr>
          <p:cNvCxnSpPr/>
          <p:nvPr/>
        </p:nvCxnSpPr>
        <p:spPr>
          <a:xfrm>
            <a:off x="9296457" y="5400540"/>
            <a:ext cx="72318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8AD91C7-E575-DB4A-983C-70C9B0B957F6}"/>
              </a:ext>
            </a:extLst>
          </p:cNvPr>
          <p:cNvCxnSpPr>
            <a:cxnSpLocks/>
          </p:cNvCxnSpPr>
          <p:nvPr/>
        </p:nvCxnSpPr>
        <p:spPr>
          <a:xfrm>
            <a:off x="10304648" y="5400540"/>
            <a:ext cx="110396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44F2C4F-69AA-D64C-86DF-37EBD555BC35}"/>
              </a:ext>
            </a:extLst>
          </p:cNvPr>
          <p:cNvCxnSpPr>
            <a:cxnSpLocks/>
          </p:cNvCxnSpPr>
          <p:nvPr/>
        </p:nvCxnSpPr>
        <p:spPr>
          <a:xfrm>
            <a:off x="9285562" y="5735388"/>
            <a:ext cx="21952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AF6C374-19BB-B24C-8C75-0EC942FE0BC0}"/>
              </a:ext>
            </a:extLst>
          </p:cNvPr>
          <p:cNvCxnSpPr>
            <a:cxnSpLocks/>
          </p:cNvCxnSpPr>
          <p:nvPr/>
        </p:nvCxnSpPr>
        <p:spPr>
          <a:xfrm>
            <a:off x="9285563" y="6061655"/>
            <a:ext cx="21952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3EE586A-F0F8-634D-9AC7-76D3DD79E343}"/>
              </a:ext>
            </a:extLst>
          </p:cNvPr>
          <p:cNvCxnSpPr>
            <a:cxnSpLocks/>
          </p:cNvCxnSpPr>
          <p:nvPr/>
        </p:nvCxnSpPr>
        <p:spPr>
          <a:xfrm>
            <a:off x="6648355" y="4195649"/>
            <a:ext cx="13388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1546896-69D0-7240-B4A5-B9D98D904E26}"/>
              </a:ext>
            </a:extLst>
          </p:cNvPr>
          <p:cNvCxnSpPr>
            <a:cxnSpLocks/>
          </p:cNvCxnSpPr>
          <p:nvPr/>
        </p:nvCxnSpPr>
        <p:spPr>
          <a:xfrm>
            <a:off x="6648354" y="4613497"/>
            <a:ext cx="13388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5BE69E6-6CA8-9E49-AFBE-E45F7AA55447}"/>
              </a:ext>
            </a:extLst>
          </p:cNvPr>
          <p:cNvCxnSpPr>
            <a:cxnSpLocks/>
          </p:cNvCxnSpPr>
          <p:nvPr/>
        </p:nvCxnSpPr>
        <p:spPr>
          <a:xfrm>
            <a:off x="6620381" y="5078144"/>
            <a:ext cx="13388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F9EEB49-F857-A946-95ED-06A051C15A26}"/>
              </a:ext>
            </a:extLst>
          </p:cNvPr>
          <p:cNvCxnSpPr>
            <a:cxnSpLocks/>
          </p:cNvCxnSpPr>
          <p:nvPr/>
        </p:nvCxnSpPr>
        <p:spPr>
          <a:xfrm>
            <a:off x="6648354" y="5580843"/>
            <a:ext cx="13388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17AF003F-865B-AB4D-BEA1-A88CB5D44723}"/>
              </a:ext>
            </a:extLst>
          </p:cNvPr>
          <p:cNvCxnSpPr>
            <a:cxnSpLocks/>
          </p:cNvCxnSpPr>
          <p:nvPr/>
        </p:nvCxnSpPr>
        <p:spPr>
          <a:xfrm>
            <a:off x="6599737" y="3683716"/>
            <a:ext cx="133886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42" name="Group 4">
            <a:extLst>
              <a:ext uri="{FF2B5EF4-FFF2-40B4-BE49-F238E27FC236}">
                <a16:creationId xmlns:a16="http://schemas.microsoft.com/office/drawing/2014/main" id="{F48DAE39-DA2D-5D4D-B8F1-6A9E581FCE65}"/>
              </a:ext>
            </a:extLst>
          </p:cNvPr>
          <p:cNvGrpSpPr>
            <a:grpSpLocks noChangeAspect="1"/>
          </p:cNvGrpSpPr>
          <p:nvPr/>
        </p:nvGrpSpPr>
        <p:grpSpPr bwMode="auto">
          <a:xfrm>
            <a:off x="7092185" y="448311"/>
            <a:ext cx="486081" cy="1041603"/>
            <a:chOff x="598" y="1936"/>
            <a:chExt cx="287" cy="615"/>
          </a:xfrm>
          <a:solidFill>
            <a:schemeClr val="accent4"/>
          </a:solidFill>
        </p:grpSpPr>
        <p:sp>
          <p:nvSpPr>
            <p:cNvPr id="43" name="Freeform 6">
              <a:extLst>
                <a:ext uri="{FF2B5EF4-FFF2-40B4-BE49-F238E27FC236}">
                  <a16:creationId xmlns:a16="http://schemas.microsoft.com/office/drawing/2014/main" id="{14134314-E9B7-BA41-B289-6B9D54BA33AE}"/>
                </a:ext>
              </a:extLst>
            </p:cNvPr>
            <p:cNvSpPr>
              <a:spLocks/>
            </p:cNvSpPr>
            <p:nvPr/>
          </p:nvSpPr>
          <p:spPr bwMode="auto">
            <a:xfrm>
              <a:off x="598" y="2158"/>
              <a:ext cx="287" cy="393"/>
            </a:xfrm>
            <a:custGeom>
              <a:avLst/>
              <a:gdLst>
                <a:gd name="T0" fmla="*/ 145 w 572"/>
                <a:gd name="T1" fmla="*/ 788 h 788"/>
                <a:gd name="T2" fmla="*/ 130 w 572"/>
                <a:gd name="T3" fmla="*/ 786 h 788"/>
                <a:gd name="T4" fmla="*/ 102 w 572"/>
                <a:gd name="T5" fmla="*/ 780 h 788"/>
                <a:gd name="T6" fmla="*/ 76 w 572"/>
                <a:gd name="T7" fmla="*/ 769 h 788"/>
                <a:gd name="T8" fmla="*/ 52 w 572"/>
                <a:gd name="T9" fmla="*/ 754 h 788"/>
                <a:gd name="T10" fmla="*/ 33 w 572"/>
                <a:gd name="T11" fmla="*/ 734 h 788"/>
                <a:gd name="T12" fmla="*/ 17 w 572"/>
                <a:gd name="T13" fmla="*/ 711 h 788"/>
                <a:gd name="T14" fmla="*/ 6 w 572"/>
                <a:gd name="T15" fmla="*/ 684 h 788"/>
                <a:gd name="T16" fmla="*/ 0 w 572"/>
                <a:gd name="T17" fmla="*/ 655 h 788"/>
                <a:gd name="T18" fmla="*/ 0 w 572"/>
                <a:gd name="T19" fmla="*/ 145 h 788"/>
                <a:gd name="T20" fmla="*/ 0 w 572"/>
                <a:gd name="T21" fmla="*/ 131 h 788"/>
                <a:gd name="T22" fmla="*/ 6 w 572"/>
                <a:gd name="T23" fmla="*/ 102 h 788"/>
                <a:gd name="T24" fmla="*/ 17 w 572"/>
                <a:gd name="T25" fmla="*/ 77 h 788"/>
                <a:gd name="T26" fmla="*/ 33 w 572"/>
                <a:gd name="T27" fmla="*/ 53 h 788"/>
                <a:gd name="T28" fmla="*/ 52 w 572"/>
                <a:gd name="T29" fmla="*/ 34 h 788"/>
                <a:gd name="T30" fmla="*/ 76 w 572"/>
                <a:gd name="T31" fmla="*/ 18 h 788"/>
                <a:gd name="T32" fmla="*/ 102 w 572"/>
                <a:gd name="T33" fmla="*/ 6 h 788"/>
                <a:gd name="T34" fmla="*/ 130 w 572"/>
                <a:gd name="T35" fmla="*/ 2 h 788"/>
                <a:gd name="T36" fmla="*/ 425 w 572"/>
                <a:gd name="T37" fmla="*/ 0 h 788"/>
                <a:gd name="T38" fmla="*/ 441 w 572"/>
                <a:gd name="T39" fmla="*/ 2 h 788"/>
                <a:gd name="T40" fmla="*/ 468 w 572"/>
                <a:gd name="T41" fmla="*/ 6 h 788"/>
                <a:gd name="T42" fmla="*/ 495 w 572"/>
                <a:gd name="T43" fmla="*/ 18 h 788"/>
                <a:gd name="T44" fmla="*/ 518 w 572"/>
                <a:gd name="T45" fmla="*/ 34 h 788"/>
                <a:gd name="T46" fmla="*/ 539 w 572"/>
                <a:gd name="T47" fmla="*/ 53 h 788"/>
                <a:gd name="T48" fmla="*/ 553 w 572"/>
                <a:gd name="T49" fmla="*/ 77 h 788"/>
                <a:gd name="T50" fmla="*/ 564 w 572"/>
                <a:gd name="T51" fmla="*/ 102 h 788"/>
                <a:gd name="T52" fmla="*/ 570 w 572"/>
                <a:gd name="T53" fmla="*/ 131 h 788"/>
                <a:gd name="T54" fmla="*/ 572 w 572"/>
                <a:gd name="T55" fmla="*/ 641 h 788"/>
                <a:gd name="T56" fmla="*/ 570 w 572"/>
                <a:gd name="T57" fmla="*/ 655 h 788"/>
                <a:gd name="T58" fmla="*/ 564 w 572"/>
                <a:gd name="T59" fmla="*/ 684 h 788"/>
                <a:gd name="T60" fmla="*/ 553 w 572"/>
                <a:gd name="T61" fmla="*/ 711 h 788"/>
                <a:gd name="T62" fmla="*/ 539 w 572"/>
                <a:gd name="T63" fmla="*/ 734 h 788"/>
                <a:gd name="T64" fmla="*/ 518 w 572"/>
                <a:gd name="T65" fmla="*/ 754 h 788"/>
                <a:gd name="T66" fmla="*/ 495 w 572"/>
                <a:gd name="T67" fmla="*/ 769 h 788"/>
                <a:gd name="T68" fmla="*/ 468 w 572"/>
                <a:gd name="T69" fmla="*/ 780 h 788"/>
                <a:gd name="T70" fmla="*/ 441 w 572"/>
                <a:gd name="T71" fmla="*/ 786 h 788"/>
                <a:gd name="T72" fmla="*/ 425 w 572"/>
                <a:gd name="T73" fmla="*/ 788 h 7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72" h="788">
                  <a:moveTo>
                    <a:pt x="425" y="788"/>
                  </a:moveTo>
                  <a:lnTo>
                    <a:pt x="145" y="788"/>
                  </a:lnTo>
                  <a:lnTo>
                    <a:pt x="145" y="788"/>
                  </a:lnTo>
                  <a:lnTo>
                    <a:pt x="130" y="786"/>
                  </a:lnTo>
                  <a:lnTo>
                    <a:pt x="116" y="785"/>
                  </a:lnTo>
                  <a:lnTo>
                    <a:pt x="102" y="780"/>
                  </a:lnTo>
                  <a:lnTo>
                    <a:pt x="89" y="775"/>
                  </a:lnTo>
                  <a:lnTo>
                    <a:pt x="76" y="769"/>
                  </a:lnTo>
                  <a:lnTo>
                    <a:pt x="63" y="762"/>
                  </a:lnTo>
                  <a:lnTo>
                    <a:pt x="52" y="754"/>
                  </a:lnTo>
                  <a:lnTo>
                    <a:pt x="43" y="745"/>
                  </a:lnTo>
                  <a:lnTo>
                    <a:pt x="33" y="734"/>
                  </a:lnTo>
                  <a:lnTo>
                    <a:pt x="24" y="722"/>
                  </a:lnTo>
                  <a:lnTo>
                    <a:pt x="17" y="711"/>
                  </a:lnTo>
                  <a:lnTo>
                    <a:pt x="11" y="698"/>
                  </a:lnTo>
                  <a:lnTo>
                    <a:pt x="6" y="684"/>
                  </a:lnTo>
                  <a:lnTo>
                    <a:pt x="3" y="671"/>
                  </a:lnTo>
                  <a:lnTo>
                    <a:pt x="0" y="655"/>
                  </a:lnTo>
                  <a:lnTo>
                    <a:pt x="0" y="641"/>
                  </a:lnTo>
                  <a:lnTo>
                    <a:pt x="0" y="145"/>
                  </a:lnTo>
                  <a:lnTo>
                    <a:pt x="0" y="145"/>
                  </a:lnTo>
                  <a:lnTo>
                    <a:pt x="0" y="131"/>
                  </a:lnTo>
                  <a:lnTo>
                    <a:pt x="3" y="116"/>
                  </a:lnTo>
                  <a:lnTo>
                    <a:pt x="6" y="102"/>
                  </a:lnTo>
                  <a:lnTo>
                    <a:pt x="11" y="89"/>
                  </a:lnTo>
                  <a:lnTo>
                    <a:pt x="17" y="77"/>
                  </a:lnTo>
                  <a:lnTo>
                    <a:pt x="24" y="64"/>
                  </a:lnTo>
                  <a:lnTo>
                    <a:pt x="33" y="53"/>
                  </a:lnTo>
                  <a:lnTo>
                    <a:pt x="43" y="43"/>
                  </a:lnTo>
                  <a:lnTo>
                    <a:pt x="52" y="34"/>
                  </a:lnTo>
                  <a:lnTo>
                    <a:pt x="63" y="26"/>
                  </a:lnTo>
                  <a:lnTo>
                    <a:pt x="76" y="18"/>
                  </a:lnTo>
                  <a:lnTo>
                    <a:pt x="89" y="11"/>
                  </a:lnTo>
                  <a:lnTo>
                    <a:pt x="102" y="6"/>
                  </a:lnTo>
                  <a:lnTo>
                    <a:pt x="116" y="3"/>
                  </a:lnTo>
                  <a:lnTo>
                    <a:pt x="130" y="2"/>
                  </a:lnTo>
                  <a:lnTo>
                    <a:pt x="145" y="0"/>
                  </a:lnTo>
                  <a:lnTo>
                    <a:pt x="425" y="0"/>
                  </a:lnTo>
                  <a:lnTo>
                    <a:pt x="425" y="0"/>
                  </a:lnTo>
                  <a:lnTo>
                    <a:pt x="441" y="2"/>
                  </a:lnTo>
                  <a:lnTo>
                    <a:pt x="456" y="3"/>
                  </a:lnTo>
                  <a:lnTo>
                    <a:pt x="468" y="6"/>
                  </a:lnTo>
                  <a:lnTo>
                    <a:pt x="483" y="11"/>
                  </a:lnTo>
                  <a:lnTo>
                    <a:pt x="495" y="18"/>
                  </a:lnTo>
                  <a:lnTo>
                    <a:pt x="507" y="26"/>
                  </a:lnTo>
                  <a:lnTo>
                    <a:pt x="518" y="34"/>
                  </a:lnTo>
                  <a:lnTo>
                    <a:pt x="529" y="43"/>
                  </a:lnTo>
                  <a:lnTo>
                    <a:pt x="539" y="53"/>
                  </a:lnTo>
                  <a:lnTo>
                    <a:pt x="546" y="64"/>
                  </a:lnTo>
                  <a:lnTo>
                    <a:pt x="553" y="77"/>
                  </a:lnTo>
                  <a:lnTo>
                    <a:pt x="559" y="89"/>
                  </a:lnTo>
                  <a:lnTo>
                    <a:pt x="564" y="102"/>
                  </a:lnTo>
                  <a:lnTo>
                    <a:pt x="569" y="116"/>
                  </a:lnTo>
                  <a:lnTo>
                    <a:pt x="570" y="131"/>
                  </a:lnTo>
                  <a:lnTo>
                    <a:pt x="572" y="145"/>
                  </a:lnTo>
                  <a:lnTo>
                    <a:pt x="572" y="641"/>
                  </a:lnTo>
                  <a:lnTo>
                    <a:pt x="572" y="641"/>
                  </a:lnTo>
                  <a:lnTo>
                    <a:pt x="570" y="655"/>
                  </a:lnTo>
                  <a:lnTo>
                    <a:pt x="569" y="671"/>
                  </a:lnTo>
                  <a:lnTo>
                    <a:pt x="564" y="684"/>
                  </a:lnTo>
                  <a:lnTo>
                    <a:pt x="559" y="698"/>
                  </a:lnTo>
                  <a:lnTo>
                    <a:pt x="553" y="711"/>
                  </a:lnTo>
                  <a:lnTo>
                    <a:pt x="546" y="722"/>
                  </a:lnTo>
                  <a:lnTo>
                    <a:pt x="539" y="734"/>
                  </a:lnTo>
                  <a:lnTo>
                    <a:pt x="529" y="745"/>
                  </a:lnTo>
                  <a:lnTo>
                    <a:pt x="518" y="754"/>
                  </a:lnTo>
                  <a:lnTo>
                    <a:pt x="507" y="762"/>
                  </a:lnTo>
                  <a:lnTo>
                    <a:pt x="495" y="769"/>
                  </a:lnTo>
                  <a:lnTo>
                    <a:pt x="483" y="775"/>
                  </a:lnTo>
                  <a:lnTo>
                    <a:pt x="468" y="780"/>
                  </a:lnTo>
                  <a:lnTo>
                    <a:pt x="456" y="785"/>
                  </a:lnTo>
                  <a:lnTo>
                    <a:pt x="441" y="786"/>
                  </a:lnTo>
                  <a:lnTo>
                    <a:pt x="425" y="788"/>
                  </a:lnTo>
                  <a:lnTo>
                    <a:pt x="425" y="7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44" name="Freeform 7">
              <a:extLst>
                <a:ext uri="{FF2B5EF4-FFF2-40B4-BE49-F238E27FC236}">
                  <a16:creationId xmlns:a16="http://schemas.microsoft.com/office/drawing/2014/main" id="{7FDBD1E5-7340-044B-88AB-2AF0AD98D615}"/>
                </a:ext>
              </a:extLst>
            </p:cNvPr>
            <p:cNvSpPr>
              <a:spLocks/>
            </p:cNvSpPr>
            <p:nvPr/>
          </p:nvSpPr>
          <p:spPr bwMode="auto">
            <a:xfrm>
              <a:off x="655" y="1936"/>
              <a:ext cx="172" cy="172"/>
            </a:xfrm>
            <a:custGeom>
              <a:avLst/>
              <a:gdLst>
                <a:gd name="T0" fmla="*/ 0 w 344"/>
                <a:gd name="T1" fmla="*/ 172 h 344"/>
                <a:gd name="T2" fmla="*/ 3 w 344"/>
                <a:gd name="T3" fmla="*/ 138 h 344"/>
                <a:gd name="T4" fmla="*/ 14 w 344"/>
                <a:gd name="T5" fmla="*/ 105 h 344"/>
                <a:gd name="T6" fmla="*/ 30 w 344"/>
                <a:gd name="T7" fmla="*/ 76 h 344"/>
                <a:gd name="T8" fmla="*/ 51 w 344"/>
                <a:gd name="T9" fmla="*/ 51 h 344"/>
                <a:gd name="T10" fmla="*/ 76 w 344"/>
                <a:gd name="T11" fmla="*/ 30 h 344"/>
                <a:gd name="T12" fmla="*/ 105 w 344"/>
                <a:gd name="T13" fmla="*/ 14 h 344"/>
                <a:gd name="T14" fmla="*/ 137 w 344"/>
                <a:gd name="T15" fmla="*/ 5 h 344"/>
                <a:gd name="T16" fmla="*/ 172 w 344"/>
                <a:gd name="T17" fmla="*/ 0 h 344"/>
                <a:gd name="T18" fmla="*/ 190 w 344"/>
                <a:gd name="T19" fmla="*/ 1 h 344"/>
                <a:gd name="T20" fmla="*/ 223 w 344"/>
                <a:gd name="T21" fmla="*/ 8 h 344"/>
                <a:gd name="T22" fmla="*/ 255 w 344"/>
                <a:gd name="T23" fmla="*/ 21 h 344"/>
                <a:gd name="T24" fmla="*/ 282 w 344"/>
                <a:gd name="T25" fmla="*/ 40 h 344"/>
                <a:gd name="T26" fmla="*/ 304 w 344"/>
                <a:gd name="T27" fmla="*/ 64 h 344"/>
                <a:gd name="T28" fmla="*/ 323 w 344"/>
                <a:gd name="T29" fmla="*/ 91 h 344"/>
                <a:gd name="T30" fmla="*/ 336 w 344"/>
                <a:gd name="T31" fmla="*/ 121 h 344"/>
                <a:gd name="T32" fmla="*/ 344 w 344"/>
                <a:gd name="T33" fmla="*/ 154 h 344"/>
                <a:gd name="T34" fmla="*/ 344 w 344"/>
                <a:gd name="T35" fmla="*/ 172 h 344"/>
                <a:gd name="T36" fmla="*/ 341 w 344"/>
                <a:gd name="T37" fmla="*/ 207 h 344"/>
                <a:gd name="T38" fmla="*/ 331 w 344"/>
                <a:gd name="T39" fmla="*/ 239 h 344"/>
                <a:gd name="T40" fmla="*/ 316 w 344"/>
                <a:gd name="T41" fmla="*/ 269 h 344"/>
                <a:gd name="T42" fmla="*/ 295 w 344"/>
                <a:gd name="T43" fmla="*/ 295 h 344"/>
                <a:gd name="T44" fmla="*/ 269 w 344"/>
                <a:gd name="T45" fmla="*/ 315 h 344"/>
                <a:gd name="T46" fmla="*/ 239 w 344"/>
                <a:gd name="T47" fmla="*/ 331 h 344"/>
                <a:gd name="T48" fmla="*/ 207 w 344"/>
                <a:gd name="T49" fmla="*/ 341 h 344"/>
                <a:gd name="T50" fmla="*/ 172 w 344"/>
                <a:gd name="T51" fmla="*/ 344 h 344"/>
                <a:gd name="T52" fmla="*/ 154 w 344"/>
                <a:gd name="T53" fmla="*/ 344 h 344"/>
                <a:gd name="T54" fmla="*/ 121 w 344"/>
                <a:gd name="T55" fmla="*/ 338 h 344"/>
                <a:gd name="T56" fmla="*/ 91 w 344"/>
                <a:gd name="T57" fmla="*/ 323 h 344"/>
                <a:gd name="T58" fmla="*/ 64 w 344"/>
                <a:gd name="T59" fmla="*/ 306 h 344"/>
                <a:gd name="T60" fmla="*/ 40 w 344"/>
                <a:gd name="T61" fmla="*/ 282 h 344"/>
                <a:gd name="T62" fmla="*/ 21 w 344"/>
                <a:gd name="T63" fmla="*/ 255 h 344"/>
                <a:gd name="T64" fmla="*/ 8 w 344"/>
                <a:gd name="T65" fmla="*/ 225 h 344"/>
                <a:gd name="T66" fmla="*/ 1 w 344"/>
                <a:gd name="T67" fmla="*/ 190 h 344"/>
                <a:gd name="T68" fmla="*/ 0 w 344"/>
                <a:gd name="T69" fmla="*/ 172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44" h="344">
                  <a:moveTo>
                    <a:pt x="0" y="172"/>
                  </a:moveTo>
                  <a:lnTo>
                    <a:pt x="0" y="172"/>
                  </a:lnTo>
                  <a:lnTo>
                    <a:pt x="1" y="154"/>
                  </a:lnTo>
                  <a:lnTo>
                    <a:pt x="3" y="138"/>
                  </a:lnTo>
                  <a:lnTo>
                    <a:pt x="8" y="121"/>
                  </a:lnTo>
                  <a:lnTo>
                    <a:pt x="14" y="105"/>
                  </a:lnTo>
                  <a:lnTo>
                    <a:pt x="21" y="91"/>
                  </a:lnTo>
                  <a:lnTo>
                    <a:pt x="30" y="76"/>
                  </a:lnTo>
                  <a:lnTo>
                    <a:pt x="40" y="64"/>
                  </a:lnTo>
                  <a:lnTo>
                    <a:pt x="51" y="51"/>
                  </a:lnTo>
                  <a:lnTo>
                    <a:pt x="64" y="40"/>
                  </a:lnTo>
                  <a:lnTo>
                    <a:pt x="76" y="30"/>
                  </a:lnTo>
                  <a:lnTo>
                    <a:pt x="91" y="21"/>
                  </a:lnTo>
                  <a:lnTo>
                    <a:pt x="105" y="14"/>
                  </a:lnTo>
                  <a:lnTo>
                    <a:pt x="121" y="8"/>
                  </a:lnTo>
                  <a:lnTo>
                    <a:pt x="137" y="5"/>
                  </a:lnTo>
                  <a:lnTo>
                    <a:pt x="154" y="1"/>
                  </a:lnTo>
                  <a:lnTo>
                    <a:pt x="172" y="0"/>
                  </a:lnTo>
                  <a:lnTo>
                    <a:pt x="172" y="0"/>
                  </a:lnTo>
                  <a:lnTo>
                    <a:pt x="190" y="1"/>
                  </a:lnTo>
                  <a:lnTo>
                    <a:pt x="207" y="5"/>
                  </a:lnTo>
                  <a:lnTo>
                    <a:pt x="223" y="8"/>
                  </a:lnTo>
                  <a:lnTo>
                    <a:pt x="239" y="14"/>
                  </a:lnTo>
                  <a:lnTo>
                    <a:pt x="255" y="21"/>
                  </a:lnTo>
                  <a:lnTo>
                    <a:pt x="269" y="30"/>
                  </a:lnTo>
                  <a:lnTo>
                    <a:pt x="282" y="40"/>
                  </a:lnTo>
                  <a:lnTo>
                    <a:pt x="295" y="51"/>
                  </a:lnTo>
                  <a:lnTo>
                    <a:pt x="304" y="64"/>
                  </a:lnTo>
                  <a:lnTo>
                    <a:pt x="316" y="76"/>
                  </a:lnTo>
                  <a:lnTo>
                    <a:pt x="323" y="91"/>
                  </a:lnTo>
                  <a:lnTo>
                    <a:pt x="331" y="105"/>
                  </a:lnTo>
                  <a:lnTo>
                    <a:pt x="336" y="121"/>
                  </a:lnTo>
                  <a:lnTo>
                    <a:pt x="341" y="138"/>
                  </a:lnTo>
                  <a:lnTo>
                    <a:pt x="344" y="154"/>
                  </a:lnTo>
                  <a:lnTo>
                    <a:pt x="344" y="172"/>
                  </a:lnTo>
                  <a:lnTo>
                    <a:pt x="344" y="172"/>
                  </a:lnTo>
                  <a:lnTo>
                    <a:pt x="344" y="190"/>
                  </a:lnTo>
                  <a:lnTo>
                    <a:pt x="341" y="207"/>
                  </a:lnTo>
                  <a:lnTo>
                    <a:pt x="336" y="225"/>
                  </a:lnTo>
                  <a:lnTo>
                    <a:pt x="331" y="239"/>
                  </a:lnTo>
                  <a:lnTo>
                    <a:pt x="323" y="255"/>
                  </a:lnTo>
                  <a:lnTo>
                    <a:pt x="316" y="269"/>
                  </a:lnTo>
                  <a:lnTo>
                    <a:pt x="304" y="282"/>
                  </a:lnTo>
                  <a:lnTo>
                    <a:pt x="295" y="295"/>
                  </a:lnTo>
                  <a:lnTo>
                    <a:pt x="282" y="306"/>
                  </a:lnTo>
                  <a:lnTo>
                    <a:pt x="269" y="315"/>
                  </a:lnTo>
                  <a:lnTo>
                    <a:pt x="255" y="323"/>
                  </a:lnTo>
                  <a:lnTo>
                    <a:pt x="239" y="331"/>
                  </a:lnTo>
                  <a:lnTo>
                    <a:pt x="223" y="338"/>
                  </a:lnTo>
                  <a:lnTo>
                    <a:pt x="207" y="341"/>
                  </a:lnTo>
                  <a:lnTo>
                    <a:pt x="190" y="344"/>
                  </a:lnTo>
                  <a:lnTo>
                    <a:pt x="172" y="344"/>
                  </a:lnTo>
                  <a:lnTo>
                    <a:pt x="172" y="344"/>
                  </a:lnTo>
                  <a:lnTo>
                    <a:pt x="154" y="344"/>
                  </a:lnTo>
                  <a:lnTo>
                    <a:pt x="137" y="341"/>
                  </a:lnTo>
                  <a:lnTo>
                    <a:pt x="121" y="338"/>
                  </a:lnTo>
                  <a:lnTo>
                    <a:pt x="105" y="331"/>
                  </a:lnTo>
                  <a:lnTo>
                    <a:pt x="91" y="323"/>
                  </a:lnTo>
                  <a:lnTo>
                    <a:pt x="76" y="315"/>
                  </a:lnTo>
                  <a:lnTo>
                    <a:pt x="64" y="306"/>
                  </a:lnTo>
                  <a:lnTo>
                    <a:pt x="51" y="295"/>
                  </a:lnTo>
                  <a:lnTo>
                    <a:pt x="40" y="282"/>
                  </a:lnTo>
                  <a:lnTo>
                    <a:pt x="30" y="269"/>
                  </a:lnTo>
                  <a:lnTo>
                    <a:pt x="21" y="255"/>
                  </a:lnTo>
                  <a:lnTo>
                    <a:pt x="14" y="239"/>
                  </a:lnTo>
                  <a:lnTo>
                    <a:pt x="8" y="225"/>
                  </a:lnTo>
                  <a:lnTo>
                    <a:pt x="3" y="207"/>
                  </a:lnTo>
                  <a:lnTo>
                    <a:pt x="1" y="190"/>
                  </a:lnTo>
                  <a:lnTo>
                    <a:pt x="0" y="172"/>
                  </a:lnTo>
                  <a:lnTo>
                    <a:pt x="0" y="1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grpSp>
      <p:sp>
        <p:nvSpPr>
          <p:cNvPr id="48" name="Text Box 56" descr="© INSCALE GmbH, 26.05.2010&#10;http://www.presentationload.com/">
            <a:extLst>
              <a:ext uri="{FF2B5EF4-FFF2-40B4-BE49-F238E27FC236}">
                <a16:creationId xmlns:a16="http://schemas.microsoft.com/office/drawing/2014/main" id="{4F931B01-4361-1A43-9010-BB8119F58859}"/>
              </a:ext>
            </a:extLst>
          </p:cNvPr>
          <p:cNvSpPr txBox="1">
            <a:spLocks noChangeArrowheads="1"/>
          </p:cNvSpPr>
          <p:nvPr/>
        </p:nvSpPr>
        <p:spPr bwMode="gray">
          <a:xfrm>
            <a:off x="1532651" y="2152786"/>
            <a:ext cx="4129763" cy="776566"/>
          </a:xfrm>
          <a:prstGeom prst="rect">
            <a:avLst/>
          </a:prstGeom>
          <a:noFill/>
          <a:ln w="9525">
            <a:noFill/>
            <a:miter lim="800000"/>
            <a:headEnd/>
            <a:tailEnd/>
          </a:ln>
          <a:effectLst/>
        </p:spPr>
        <p:txBody>
          <a:bodyPr wrap="square" lIns="90012" tIns="0" rIns="72009" bIns="45727" anchor="ctr">
            <a:spAutoFit/>
          </a:bodyPr>
          <a:lstStyle/>
          <a:p>
            <a:pPr>
              <a:lnSpc>
                <a:spcPct val="90000"/>
              </a:lnSpc>
              <a:spcBef>
                <a:spcPct val="50000"/>
              </a:spcBef>
            </a:pPr>
            <a:r>
              <a:rPr lang="en-GB" sz="1867" noProof="1">
                <a:solidFill>
                  <a:schemeClr val="accent1"/>
                </a:solidFill>
                <a:cs typeface="Calibri" pitchFamily="34" charset="0"/>
              </a:rPr>
              <a:t>Market yourself</a:t>
            </a:r>
          </a:p>
          <a:p>
            <a:pPr>
              <a:lnSpc>
                <a:spcPct val="90000"/>
              </a:lnSpc>
              <a:spcBef>
                <a:spcPct val="50000"/>
              </a:spcBef>
            </a:pPr>
            <a:r>
              <a:rPr lang="en-US" sz="1333" dirty="0">
                <a:latin typeface="CiscoSansTT Light" panose="020B0503020201020303" pitchFamily="34" charset="0"/>
                <a:cs typeface="CiscoSansTT Light" panose="020B0503020201020303" pitchFamily="34" charset="0"/>
              </a:rPr>
              <a:t>Show off your skills, accomplishments, and prove why you’re the best person for the job</a:t>
            </a:r>
          </a:p>
        </p:txBody>
      </p:sp>
      <p:sp>
        <p:nvSpPr>
          <p:cNvPr id="49" name="Text Box 56" descr="© INSCALE GmbH, 26.05.2010&#10;http://www.presentationload.com/">
            <a:extLst>
              <a:ext uri="{FF2B5EF4-FFF2-40B4-BE49-F238E27FC236}">
                <a16:creationId xmlns:a16="http://schemas.microsoft.com/office/drawing/2014/main" id="{DFD56EEE-7857-8F42-8185-87BD71BB59F5}"/>
              </a:ext>
            </a:extLst>
          </p:cNvPr>
          <p:cNvSpPr txBox="1">
            <a:spLocks noChangeArrowheads="1"/>
          </p:cNvSpPr>
          <p:nvPr/>
        </p:nvSpPr>
        <p:spPr bwMode="gray">
          <a:xfrm>
            <a:off x="1562775" y="2965961"/>
            <a:ext cx="4129763" cy="750918"/>
          </a:xfrm>
          <a:prstGeom prst="rect">
            <a:avLst/>
          </a:prstGeom>
          <a:noFill/>
          <a:ln w="9525">
            <a:noFill/>
            <a:miter lim="800000"/>
            <a:headEnd/>
            <a:tailEnd/>
          </a:ln>
          <a:effectLst/>
        </p:spPr>
        <p:txBody>
          <a:bodyPr wrap="square" lIns="90012" tIns="0" rIns="72009" bIns="45727" anchor="ctr">
            <a:spAutoFit/>
          </a:bodyPr>
          <a:lstStyle/>
          <a:p>
            <a:pPr>
              <a:lnSpc>
                <a:spcPct val="90000"/>
              </a:lnSpc>
              <a:spcBef>
                <a:spcPct val="50000"/>
              </a:spcBef>
            </a:pPr>
            <a:r>
              <a:rPr lang="en-GB" sz="1867" noProof="1">
                <a:solidFill>
                  <a:schemeClr val="bg1"/>
                </a:solidFill>
                <a:cs typeface="Calibri" pitchFamily="34" charset="0"/>
              </a:rPr>
              <a:t>Keep it simple</a:t>
            </a:r>
          </a:p>
          <a:p>
            <a:pPr>
              <a:lnSpc>
                <a:spcPct val="90000"/>
              </a:lnSpc>
              <a:spcBef>
                <a:spcPts val="600"/>
              </a:spcBef>
              <a:buClr>
                <a:schemeClr val="bg1"/>
              </a:buClr>
              <a:buSzPct val="70000"/>
            </a:pPr>
            <a:r>
              <a:rPr lang="en-US" sz="1333" dirty="0">
                <a:latin typeface="CiscoSansTT Light" panose="020B0503020201020303" pitchFamily="34" charset="0"/>
                <a:cs typeface="CiscoSansTT Light" panose="020B0503020201020303" pitchFamily="34" charset="0"/>
              </a:rPr>
              <a:t>Use bullets vs paragraphs to provide an overview of your accomplishments </a:t>
            </a:r>
            <a:endParaRPr lang="en-GB" sz="1333" noProof="1">
              <a:latin typeface="CiscoSansTT Light" panose="020B0503020201020303" pitchFamily="34" charset="0"/>
              <a:cs typeface="CiscoSansTT Light" panose="020B0503020201020303" pitchFamily="34" charset="0"/>
            </a:endParaRPr>
          </a:p>
        </p:txBody>
      </p:sp>
      <p:sp>
        <p:nvSpPr>
          <p:cNvPr id="50" name="Text Box 56" descr="© INSCALE GmbH, 26.05.2010&#10;http://www.presentationload.com/">
            <a:extLst>
              <a:ext uri="{FF2B5EF4-FFF2-40B4-BE49-F238E27FC236}">
                <a16:creationId xmlns:a16="http://schemas.microsoft.com/office/drawing/2014/main" id="{F07B8DD8-4818-5245-AAD7-02E378F421C3}"/>
              </a:ext>
            </a:extLst>
          </p:cNvPr>
          <p:cNvSpPr txBox="1">
            <a:spLocks noChangeArrowheads="1"/>
          </p:cNvSpPr>
          <p:nvPr/>
        </p:nvSpPr>
        <p:spPr bwMode="gray">
          <a:xfrm>
            <a:off x="1530039" y="4151283"/>
            <a:ext cx="4129763" cy="935520"/>
          </a:xfrm>
          <a:prstGeom prst="rect">
            <a:avLst/>
          </a:prstGeom>
          <a:noFill/>
          <a:ln w="9525">
            <a:noFill/>
            <a:miter lim="800000"/>
            <a:headEnd/>
            <a:tailEnd/>
          </a:ln>
          <a:effectLst/>
        </p:spPr>
        <p:txBody>
          <a:bodyPr wrap="square" lIns="90012" tIns="0" rIns="72009" bIns="45727" anchor="ctr">
            <a:spAutoFit/>
          </a:bodyPr>
          <a:lstStyle/>
          <a:p>
            <a:pPr>
              <a:lnSpc>
                <a:spcPct val="90000"/>
              </a:lnSpc>
              <a:spcBef>
                <a:spcPct val="50000"/>
              </a:spcBef>
            </a:pPr>
            <a:r>
              <a:rPr lang="en-GB" sz="1867" noProof="1">
                <a:solidFill>
                  <a:schemeClr val="accent2"/>
                </a:solidFill>
                <a:cs typeface="Calibri" pitchFamily="34" charset="0"/>
              </a:rPr>
              <a:t>Smart Wording</a:t>
            </a:r>
          </a:p>
          <a:p>
            <a:pPr>
              <a:lnSpc>
                <a:spcPct val="90000"/>
              </a:lnSpc>
              <a:spcBef>
                <a:spcPts val="600"/>
              </a:spcBef>
              <a:buClr>
                <a:schemeClr val="bg1"/>
              </a:buClr>
              <a:buSzPct val="70000"/>
            </a:pPr>
            <a:r>
              <a:rPr lang="en-US" sz="1333" dirty="0">
                <a:latin typeface="CiscoSansTT Light" panose="020B0503020201020303" pitchFamily="34" charset="0"/>
                <a:cs typeface="CiscoSansTT Light" panose="020B0503020201020303" pitchFamily="34" charset="0"/>
              </a:rPr>
              <a:t>Utilize strong action verbs that quantify (where possible) and emphasize results (e.g., enhanced, influenced, and attained)</a:t>
            </a:r>
            <a:endParaRPr lang="en-GB" sz="1333" noProof="1">
              <a:latin typeface="CiscoSansTT Light" panose="020B0503020201020303" pitchFamily="34" charset="0"/>
              <a:cs typeface="CiscoSansTT Light" panose="020B0503020201020303" pitchFamily="34" charset="0"/>
            </a:endParaRPr>
          </a:p>
        </p:txBody>
      </p:sp>
      <p:sp>
        <p:nvSpPr>
          <p:cNvPr id="51" name="Text Box 56" descr="© INSCALE GmbH, 26.05.2010&#10;http://www.presentationload.com/">
            <a:extLst>
              <a:ext uri="{FF2B5EF4-FFF2-40B4-BE49-F238E27FC236}">
                <a16:creationId xmlns:a16="http://schemas.microsoft.com/office/drawing/2014/main" id="{BA4803AC-05A0-964F-A40A-690B1996AC29}"/>
              </a:ext>
            </a:extLst>
          </p:cNvPr>
          <p:cNvSpPr txBox="1">
            <a:spLocks noChangeArrowheads="1"/>
          </p:cNvSpPr>
          <p:nvPr/>
        </p:nvSpPr>
        <p:spPr bwMode="gray">
          <a:xfrm>
            <a:off x="1530039" y="5379089"/>
            <a:ext cx="4129763" cy="750918"/>
          </a:xfrm>
          <a:prstGeom prst="rect">
            <a:avLst/>
          </a:prstGeom>
          <a:noFill/>
          <a:ln w="9525">
            <a:noFill/>
            <a:miter lim="800000"/>
            <a:headEnd/>
            <a:tailEnd/>
          </a:ln>
          <a:effectLst/>
        </p:spPr>
        <p:txBody>
          <a:bodyPr wrap="square" lIns="90012" tIns="0" rIns="72009" bIns="45727" anchor="ctr">
            <a:spAutoFit/>
          </a:bodyPr>
          <a:lstStyle/>
          <a:p>
            <a:pPr>
              <a:lnSpc>
                <a:spcPct val="90000"/>
              </a:lnSpc>
              <a:spcBef>
                <a:spcPct val="50000"/>
              </a:spcBef>
            </a:pPr>
            <a:r>
              <a:rPr lang="en-GB" sz="1867" noProof="1">
                <a:solidFill>
                  <a:schemeClr val="tx2"/>
                </a:solidFill>
                <a:cs typeface="Calibri" pitchFamily="34" charset="0"/>
              </a:rPr>
              <a:t>Proofread</a:t>
            </a:r>
          </a:p>
          <a:p>
            <a:pPr>
              <a:lnSpc>
                <a:spcPct val="90000"/>
              </a:lnSpc>
              <a:spcBef>
                <a:spcPts val="600"/>
              </a:spcBef>
              <a:buClr>
                <a:schemeClr val="bg1"/>
              </a:buClr>
              <a:buSzPct val="70000"/>
            </a:pPr>
            <a:r>
              <a:rPr lang="en-GB" sz="1333" noProof="1">
                <a:latin typeface="CiscoSansTT Light" panose="020B0503020201020303" pitchFamily="34" charset="0"/>
                <a:cs typeface="CiscoSansTT Light" panose="020B0503020201020303" pitchFamily="34" charset="0"/>
              </a:rPr>
              <a:t>Proofread your resume and ask a friend to review it, as well</a:t>
            </a:r>
          </a:p>
        </p:txBody>
      </p:sp>
      <p:grpSp>
        <p:nvGrpSpPr>
          <p:cNvPr id="52" name="Group 51">
            <a:extLst>
              <a:ext uri="{FF2B5EF4-FFF2-40B4-BE49-F238E27FC236}">
                <a16:creationId xmlns:a16="http://schemas.microsoft.com/office/drawing/2014/main" id="{F6F16D97-7DBE-A844-87A0-5DCBC6C25963}"/>
              </a:ext>
            </a:extLst>
          </p:cNvPr>
          <p:cNvGrpSpPr>
            <a:grpSpLocks noChangeAspect="1"/>
          </p:cNvGrpSpPr>
          <p:nvPr/>
        </p:nvGrpSpPr>
        <p:grpSpPr>
          <a:xfrm>
            <a:off x="648152" y="2150039"/>
            <a:ext cx="694944" cy="694944"/>
            <a:chOff x="437767" y="1196496"/>
            <a:chExt cx="684452" cy="684452"/>
          </a:xfrm>
        </p:grpSpPr>
        <p:sp>
          <p:nvSpPr>
            <p:cNvPr id="53" name="Oval 52">
              <a:extLst>
                <a:ext uri="{FF2B5EF4-FFF2-40B4-BE49-F238E27FC236}">
                  <a16:creationId xmlns:a16="http://schemas.microsoft.com/office/drawing/2014/main" id="{37DC39F7-B5A9-DC4C-9400-29333EF5BA8E}"/>
                </a:ext>
              </a:extLst>
            </p:cNvPr>
            <p:cNvSpPr/>
            <p:nvPr/>
          </p:nvSpPr>
          <p:spPr>
            <a:xfrm>
              <a:off x="437767" y="1196496"/>
              <a:ext cx="684452" cy="68445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005073"/>
                </a:solidFill>
              </a:endParaRPr>
            </a:p>
          </p:txBody>
        </p:sp>
        <p:pic>
          <p:nvPicPr>
            <p:cNvPr id="54" name="Picture 53">
              <a:extLst>
                <a:ext uri="{FF2B5EF4-FFF2-40B4-BE49-F238E27FC236}">
                  <a16:creationId xmlns:a16="http://schemas.microsoft.com/office/drawing/2014/main" id="{9D643BEC-8775-484A-9BAA-D16804B5B037}"/>
                </a:ext>
              </a:extLst>
            </p:cNvPr>
            <p:cNvPicPr>
              <a:picLocks noChangeAspect="1"/>
            </p:cNvPicPr>
            <p:nvPr/>
          </p:nvPicPr>
          <p:blipFill>
            <a:blip r:embed="rId3">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693053" y="1393822"/>
              <a:ext cx="173880" cy="289800"/>
            </a:xfrm>
            <a:prstGeom prst="rect">
              <a:avLst/>
            </a:prstGeom>
          </p:spPr>
        </p:pic>
      </p:grpSp>
      <p:grpSp>
        <p:nvGrpSpPr>
          <p:cNvPr id="58" name="Group 57">
            <a:extLst>
              <a:ext uri="{FF2B5EF4-FFF2-40B4-BE49-F238E27FC236}">
                <a16:creationId xmlns:a16="http://schemas.microsoft.com/office/drawing/2014/main" id="{0A91BEA4-1523-D141-9ABD-5E3CA30F54B3}"/>
              </a:ext>
            </a:extLst>
          </p:cNvPr>
          <p:cNvGrpSpPr>
            <a:grpSpLocks noChangeAspect="1"/>
          </p:cNvGrpSpPr>
          <p:nvPr/>
        </p:nvGrpSpPr>
        <p:grpSpPr>
          <a:xfrm>
            <a:off x="654585" y="4175611"/>
            <a:ext cx="694944" cy="694944"/>
            <a:chOff x="6334003" y="1196496"/>
            <a:chExt cx="684452" cy="684452"/>
          </a:xfrm>
        </p:grpSpPr>
        <p:sp>
          <p:nvSpPr>
            <p:cNvPr id="59" name="Oval 58">
              <a:extLst>
                <a:ext uri="{FF2B5EF4-FFF2-40B4-BE49-F238E27FC236}">
                  <a16:creationId xmlns:a16="http://schemas.microsoft.com/office/drawing/2014/main" id="{F32CC7DB-4195-AB41-9EAF-D7EF7A6328C6}"/>
                </a:ext>
              </a:extLst>
            </p:cNvPr>
            <p:cNvSpPr/>
            <p:nvPr/>
          </p:nvSpPr>
          <p:spPr>
            <a:xfrm>
              <a:off x="6334003" y="1196496"/>
              <a:ext cx="684452" cy="684452"/>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005073"/>
                </a:solidFill>
              </a:endParaRPr>
            </a:p>
          </p:txBody>
        </p:sp>
        <p:pic>
          <p:nvPicPr>
            <p:cNvPr id="60" name="Picture 59">
              <a:extLst>
                <a:ext uri="{FF2B5EF4-FFF2-40B4-BE49-F238E27FC236}">
                  <a16:creationId xmlns:a16="http://schemas.microsoft.com/office/drawing/2014/main" id="{96DCE77A-4823-3346-805E-C2FF28BA53D1}"/>
                </a:ext>
              </a:extLst>
            </p:cNvPr>
            <p:cNvPicPr>
              <a:picLocks noChangeAspect="1"/>
            </p:cNvPicPr>
            <p:nvPr/>
          </p:nvPicPr>
          <p:blipFill>
            <a:blip r:embed="rId4">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6578603" y="1393822"/>
              <a:ext cx="195252" cy="289800"/>
            </a:xfrm>
            <a:prstGeom prst="rect">
              <a:avLst/>
            </a:prstGeom>
          </p:spPr>
        </p:pic>
      </p:grpSp>
      <p:grpSp>
        <p:nvGrpSpPr>
          <p:cNvPr id="61" name="Group 60">
            <a:extLst>
              <a:ext uri="{FF2B5EF4-FFF2-40B4-BE49-F238E27FC236}">
                <a16:creationId xmlns:a16="http://schemas.microsoft.com/office/drawing/2014/main" id="{5F40C22A-0458-3144-8064-DA0CBE46285E}"/>
              </a:ext>
            </a:extLst>
          </p:cNvPr>
          <p:cNvGrpSpPr>
            <a:grpSpLocks noChangeAspect="1"/>
          </p:cNvGrpSpPr>
          <p:nvPr/>
        </p:nvGrpSpPr>
        <p:grpSpPr>
          <a:xfrm>
            <a:off x="677025" y="5239802"/>
            <a:ext cx="694944" cy="694943"/>
            <a:chOff x="6334003" y="1196496"/>
            <a:chExt cx="684452" cy="684452"/>
          </a:xfrm>
        </p:grpSpPr>
        <p:sp>
          <p:nvSpPr>
            <p:cNvPr id="62" name="Oval 61">
              <a:extLst>
                <a:ext uri="{FF2B5EF4-FFF2-40B4-BE49-F238E27FC236}">
                  <a16:creationId xmlns:a16="http://schemas.microsoft.com/office/drawing/2014/main" id="{066226DB-58E3-C744-8506-59E27E98CFBE}"/>
                </a:ext>
              </a:extLst>
            </p:cNvPr>
            <p:cNvSpPr/>
            <p:nvPr/>
          </p:nvSpPr>
          <p:spPr>
            <a:xfrm>
              <a:off x="6334003" y="1196496"/>
              <a:ext cx="684452" cy="684452"/>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005073"/>
                </a:solidFill>
              </a:endParaRPr>
            </a:p>
          </p:txBody>
        </p:sp>
        <p:pic>
          <p:nvPicPr>
            <p:cNvPr id="63" name="Picture 62">
              <a:extLst>
                <a:ext uri="{FF2B5EF4-FFF2-40B4-BE49-F238E27FC236}">
                  <a16:creationId xmlns:a16="http://schemas.microsoft.com/office/drawing/2014/main" id="{A85D82A8-5C33-A74D-8B72-BE7634A208EF}"/>
                </a:ext>
              </a:extLst>
            </p:cNvPr>
            <p:cNvPicPr>
              <a:picLocks noChangeAspect="1"/>
            </p:cNvPicPr>
            <p:nvPr/>
          </p:nvPicPr>
          <p:blipFill>
            <a:blip r:embed="rId5"/>
            <a:stretch>
              <a:fillRect/>
            </a:stretch>
          </p:blipFill>
          <p:spPr>
            <a:xfrm>
              <a:off x="6564576" y="1392418"/>
              <a:ext cx="223306" cy="292608"/>
            </a:xfrm>
            <a:prstGeom prst="rect">
              <a:avLst/>
            </a:prstGeom>
          </p:spPr>
        </p:pic>
      </p:grpSp>
      <p:sp>
        <p:nvSpPr>
          <p:cNvPr id="64" name="Title 1">
            <a:extLst>
              <a:ext uri="{FF2B5EF4-FFF2-40B4-BE49-F238E27FC236}">
                <a16:creationId xmlns:a16="http://schemas.microsoft.com/office/drawing/2014/main" id="{C57D1315-99C7-8045-BB1A-007A212BA137}"/>
              </a:ext>
            </a:extLst>
          </p:cNvPr>
          <p:cNvSpPr txBox="1">
            <a:spLocks/>
          </p:cNvSpPr>
          <p:nvPr/>
        </p:nvSpPr>
        <p:spPr>
          <a:xfrm>
            <a:off x="1" y="626921"/>
            <a:ext cx="6335460" cy="975783"/>
          </a:xfrm>
          <a:prstGeom prst="rect">
            <a:avLst/>
          </a:prstGeom>
        </p:spPr>
        <p:txBody>
          <a:bodyPr/>
          <a:lstStyle>
            <a:lvl1pPr algn="l" defTabSz="684213" rtl="0" eaLnBrk="1" fontAlgn="base" hangingPunct="1">
              <a:lnSpc>
                <a:spcPct val="80000"/>
              </a:lnSpc>
              <a:spcBef>
                <a:spcPct val="0"/>
              </a:spcBef>
              <a:spcAft>
                <a:spcPct val="0"/>
              </a:spcAft>
              <a:defRPr lang="en-US" sz="2800" b="0" i="0" u="none" kern="1200" dirty="0">
                <a:solidFill>
                  <a:schemeClr val="tx2"/>
                </a:solidFill>
                <a:latin typeface="+mj-lt"/>
                <a:ea typeface="CiscoSansTT Thin" charset="0"/>
                <a:cs typeface="CiscoSansTT Thin" charset="0"/>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pPr algn="ctr"/>
            <a:r>
              <a:rPr lang="en-US" sz="3733" dirty="0"/>
              <a:t>Your Resume</a:t>
            </a:r>
          </a:p>
        </p:txBody>
      </p:sp>
      <p:sp>
        <p:nvSpPr>
          <p:cNvPr id="65" name="Text Box 56" descr="© INSCALE GmbH, 26.05.2010&#10;http://www.presentationload.com/">
            <a:extLst>
              <a:ext uri="{FF2B5EF4-FFF2-40B4-BE49-F238E27FC236}">
                <a16:creationId xmlns:a16="http://schemas.microsoft.com/office/drawing/2014/main" id="{5846B230-7E65-9D4F-A88A-E9382793EA68}"/>
              </a:ext>
            </a:extLst>
          </p:cNvPr>
          <p:cNvSpPr txBox="1">
            <a:spLocks noChangeArrowheads="1"/>
          </p:cNvSpPr>
          <p:nvPr/>
        </p:nvSpPr>
        <p:spPr bwMode="gray">
          <a:xfrm>
            <a:off x="581076" y="1350654"/>
            <a:ext cx="5078725" cy="304770"/>
          </a:xfrm>
          <a:prstGeom prst="rect">
            <a:avLst/>
          </a:prstGeom>
          <a:noFill/>
          <a:ln w="9525">
            <a:noFill/>
            <a:miter lim="800000"/>
            <a:headEnd/>
            <a:tailEnd/>
          </a:ln>
          <a:effectLst/>
        </p:spPr>
        <p:txBody>
          <a:bodyPr wrap="square" lIns="90012" tIns="0" rIns="72009" bIns="45727">
            <a:spAutoFit/>
          </a:bodyPr>
          <a:lstStyle/>
          <a:p>
            <a:pPr algn="ctr">
              <a:lnSpc>
                <a:spcPct val="90000"/>
              </a:lnSpc>
              <a:spcBef>
                <a:spcPct val="50000"/>
              </a:spcBef>
            </a:pPr>
            <a:r>
              <a:rPr lang="en-US" sz="1867" dirty="0">
                <a:latin typeface="CiscoSansTT Light" panose="020B0503020201020303" pitchFamily="34" charset="0"/>
                <a:cs typeface="CiscoSansTT Light" panose="020B0503020201020303" pitchFamily="34" charset="0"/>
              </a:rPr>
              <a:t>Demonstrate your Capabilities</a:t>
            </a:r>
          </a:p>
        </p:txBody>
      </p:sp>
      <p:grpSp>
        <p:nvGrpSpPr>
          <p:cNvPr id="73" name="Group 72">
            <a:extLst>
              <a:ext uri="{FF2B5EF4-FFF2-40B4-BE49-F238E27FC236}">
                <a16:creationId xmlns:a16="http://schemas.microsoft.com/office/drawing/2014/main" id="{B047CC7A-0A0D-684F-88FC-93FD86103FA8}"/>
              </a:ext>
            </a:extLst>
          </p:cNvPr>
          <p:cNvGrpSpPr>
            <a:grpSpLocks noChangeAspect="1"/>
          </p:cNvGrpSpPr>
          <p:nvPr/>
        </p:nvGrpSpPr>
        <p:grpSpPr>
          <a:xfrm>
            <a:off x="677025" y="3128437"/>
            <a:ext cx="694944" cy="694943"/>
            <a:chOff x="3385885" y="1196496"/>
            <a:chExt cx="684452" cy="684452"/>
          </a:xfrm>
        </p:grpSpPr>
        <p:sp>
          <p:nvSpPr>
            <p:cNvPr id="74" name="Oval 73">
              <a:extLst>
                <a:ext uri="{FF2B5EF4-FFF2-40B4-BE49-F238E27FC236}">
                  <a16:creationId xmlns:a16="http://schemas.microsoft.com/office/drawing/2014/main" id="{69870B24-EC79-AF46-8C36-92152C395128}"/>
                </a:ext>
              </a:extLst>
            </p:cNvPr>
            <p:cNvSpPr/>
            <p:nvPr/>
          </p:nvSpPr>
          <p:spPr>
            <a:xfrm>
              <a:off x="3385885" y="1196496"/>
              <a:ext cx="684452" cy="684452"/>
            </a:xfrm>
            <a:prstGeom prst="ellipse">
              <a:avLst/>
            </a:prstGeom>
            <a:solidFill>
              <a:srgbClr val="005073"/>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5073"/>
                </a:solidFill>
                <a:effectLst/>
                <a:uLnTx/>
                <a:uFillTx/>
                <a:latin typeface="CiscoSansTT ExtraLight"/>
                <a:ea typeface="+mn-ea"/>
                <a:cs typeface="+mn-cs"/>
              </a:endParaRPr>
            </a:p>
          </p:txBody>
        </p:sp>
        <p:pic>
          <p:nvPicPr>
            <p:cNvPr id="75" name="Picture 74">
              <a:extLst>
                <a:ext uri="{FF2B5EF4-FFF2-40B4-BE49-F238E27FC236}">
                  <a16:creationId xmlns:a16="http://schemas.microsoft.com/office/drawing/2014/main" id="{D5C823AD-2C7D-C84B-B444-FD23AB50B870}"/>
                </a:ext>
              </a:extLst>
            </p:cNvPr>
            <p:cNvPicPr>
              <a:picLocks noChangeAspect="1"/>
            </p:cNvPicPr>
            <p:nvPr/>
          </p:nvPicPr>
          <p:blipFill>
            <a:blip r:embed="rId6">
              <a:duotone>
                <a:srgbClr val="FFFFFF">
                  <a:shade val="45000"/>
                  <a:satMod val="135000"/>
                </a:srgbClr>
                <a:prstClr val="white"/>
              </a:duotone>
              <a:extLst>
                <a:ext uri="{28A0092B-C50C-407E-A947-70E740481C1C}">
                  <a14:useLocalDpi xmlns:a14="http://schemas.microsoft.com/office/drawing/2010/main"/>
                </a:ext>
              </a:extLst>
            </a:blip>
            <a:stretch>
              <a:fillRect/>
            </a:stretch>
          </p:blipFill>
          <p:spPr>
            <a:xfrm>
              <a:off x="3636100" y="1393822"/>
              <a:ext cx="184023" cy="289800"/>
            </a:xfrm>
            <a:prstGeom prst="rect">
              <a:avLst/>
            </a:prstGeom>
          </p:spPr>
        </p:pic>
      </p:grpSp>
    </p:spTree>
    <p:extLst>
      <p:ext uri="{BB962C8B-B14F-4D97-AF65-F5344CB8AC3E}">
        <p14:creationId xmlns:p14="http://schemas.microsoft.com/office/powerpoint/2010/main" val="1837421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
                                            <p:txEl>
                                              <p:pRg st="0" end="0"/>
                                            </p:txEl>
                                          </p:spTgt>
                                        </p:tgtEl>
                                        <p:attrNameLst>
                                          <p:attrName>style.visibility</p:attrName>
                                        </p:attrNameLst>
                                      </p:cBhvr>
                                      <p:to>
                                        <p:strVal val="visible"/>
                                      </p:to>
                                    </p:set>
                                    <p:animEffect transition="in" filter="fade">
                                      <p:cBhvr>
                                        <p:cTn id="7" dur="500"/>
                                        <p:tgtEl>
                                          <p:spTgt spid="4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8">
                                            <p:txEl>
                                              <p:pRg st="1" end="1"/>
                                            </p:txEl>
                                          </p:spTgt>
                                        </p:tgtEl>
                                        <p:attrNameLst>
                                          <p:attrName>style.visibility</p:attrName>
                                        </p:attrNameLst>
                                      </p:cBhvr>
                                      <p:to>
                                        <p:strVal val="visible"/>
                                      </p:to>
                                    </p:set>
                                    <p:animEffect transition="in" filter="fade">
                                      <p:cBhvr>
                                        <p:cTn id="10" dur="500"/>
                                        <p:tgtEl>
                                          <p:spTgt spid="48">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9">
                                            <p:txEl>
                                              <p:pRg st="1" end="1"/>
                                            </p:txEl>
                                          </p:spTgt>
                                        </p:tgtEl>
                                        <p:attrNameLst>
                                          <p:attrName>style.visibility</p:attrName>
                                        </p:attrNameLst>
                                      </p:cBhvr>
                                      <p:to>
                                        <p:strVal val="visible"/>
                                      </p:to>
                                    </p:set>
                                    <p:animEffect transition="in" filter="fade">
                                      <p:cBhvr>
                                        <p:cTn id="15" dur="500"/>
                                        <p:tgtEl>
                                          <p:spTgt spid="49">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0">
                                            <p:txEl>
                                              <p:pRg st="0" end="0"/>
                                            </p:txEl>
                                          </p:spTgt>
                                        </p:tgtEl>
                                        <p:attrNameLst>
                                          <p:attrName>style.visibility</p:attrName>
                                        </p:attrNameLst>
                                      </p:cBhvr>
                                      <p:to>
                                        <p:strVal val="visible"/>
                                      </p:to>
                                    </p:set>
                                    <p:animEffect transition="in" filter="fade">
                                      <p:cBhvr>
                                        <p:cTn id="20" dur="500"/>
                                        <p:tgtEl>
                                          <p:spTgt spid="50">
                                            <p:txEl>
                                              <p:pRg st="0" end="0"/>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50">
                                            <p:txEl>
                                              <p:pRg st="1" end="1"/>
                                            </p:txEl>
                                          </p:spTgt>
                                        </p:tgtEl>
                                        <p:attrNameLst>
                                          <p:attrName>style.visibility</p:attrName>
                                        </p:attrNameLst>
                                      </p:cBhvr>
                                      <p:to>
                                        <p:strVal val="visible"/>
                                      </p:to>
                                    </p:set>
                                    <p:animEffect transition="in" filter="fade">
                                      <p:cBhvr>
                                        <p:cTn id="23" dur="500"/>
                                        <p:tgtEl>
                                          <p:spTgt spid="50">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51">
                                            <p:txEl>
                                              <p:pRg st="0" end="0"/>
                                            </p:txEl>
                                          </p:spTgt>
                                        </p:tgtEl>
                                        <p:attrNameLst>
                                          <p:attrName>style.visibility</p:attrName>
                                        </p:attrNameLst>
                                      </p:cBhvr>
                                      <p:to>
                                        <p:strVal val="visible"/>
                                      </p:to>
                                    </p:set>
                                    <p:animEffect transition="in" filter="fade">
                                      <p:cBhvr>
                                        <p:cTn id="28" dur="500"/>
                                        <p:tgtEl>
                                          <p:spTgt spid="51">
                                            <p:txEl>
                                              <p:pRg st="0" end="0"/>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51">
                                            <p:txEl>
                                              <p:pRg st="1" end="1"/>
                                            </p:txEl>
                                          </p:spTgt>
                                        </p:tgtEl>
                                        <p:attrNameLst>
                                          <p:attrName>style.visibility</p:attrName>
                                        </p:attrNameLst>
                                      </p:cBhvr>
                                      <p:to>
                                        <p:strVal val="visible"/>
                                      </p:to>
                                    </p:set>
                                    <p:animEffect transition="in" filter="fade">
                                      <p:cBhvr>
                                        <p:cTn id="31" dur="500"/>
                                        <p:tgtEl>
                                          <p:spTgt spid="5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30C09-9C0D-27F4-9F9D-B9D52BEDD80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BB76A28-E0F5-8DC8-E49C-5160CC455D09}"/>
              </a:ext>
            </a:extLst>
          </p:cNvPr>
          <p:cNvSpPr>
            <a:spLocks noGrp="1"/>
          </p:cNvSpPr>
          <p:nvPr>
            <p:ph type="title"/>
          </p:nvPr>
        </p:nvSpPr>
        <p:spPr>
          <a:xfrm>
            <a:off x="838200" y="365126"/>
            <a:ext cx="10515600" cy="604358"/>
          </a:xfrm>
        </p:spPr>
        <p:txBody>
          <a:bodyPr>
            <a:normAutofit/>
          </a:bodyPr>
          <a:lstStyle/>
          <a:p>
            <a:r>
              <a:rPr lang="en-US" b="1" dirty="0">
                <a:solidFill>
                  <a:srgbClr val="D8A201"/>
                </a:solidFill>
                <a:latin typeface="Arial" panose="020B0604020202020204" pitchFamily="34" charset="0"/>
                <a:cs typeface="Arial" panose="020B0604020202020204" pitchFamily="34" charset="0"/>
              </a:rPr>
              <a:t>CAR vs the others </a:t>
            </a:r>
          </a:p>
        </p:txBody>
      </p:sp>
      <p:sp>
        <p:nvSpPr>
          <p:cNvPr id="4" name="Date Placeholder 3">
            <a:extLst>
              <a:ext uri="{FF2B5EF4-FFF2-40B4-BE49-F238E27FC236}">
                <a16:creationId xmlns:a16="http://schemas.microsoft.com/office/drawing/2014/main" id="{56A1B69C-2E16-6278-E56E-D0838F623298}"/>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8D54A57-E55C-764B-8C87-B90E14394D5B}" type="datetime2">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Tuesday, March 11, 2025</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70F2628D-396D-028D-6424-82451E5A9F81}"/>
              </a:ext>
            </a:extLst>
          </p:cNvPr>
          <p:cNvSpPr>
            <a:spLocks noGrp="1"/>
          </p:cNvSpPr>
          <p:nvPr>
            <p:ph idx="1"/>
          </p:nvPr>
        </p:nvSpPr>
        <p:spPr>
          <a:xfrm>
            <a:off x="838200" y="1277957"/>
            <a:ext cx="10515600" cy="4169413"/>
          </a:xfrm>
        </p:spPr>
        <p:txBody>
          <a:bodyPr/>
          <a:lstStyle/>
          <a:p>
            <a:r>
              <a:rPr lang="en-US" dirty="0">
                <a:solidFill>
                  <a:srgbClr val="0070C0"/>
                </a:solidFill>
              </a:rPr>
              <a:t>CAR – Challenge/Action/Results</a:t>
            </a:r>
          </a:p>
          <a:p>
            <a:endParaRPr lang="en-US" dirty="0">
              <a:solidFill>
                <a:srgbClr val="0070C0"/>
              </a:solidFill>
            </a:endParaRPr>
          </a:p>
          <a:p>
            <a:r>
              <a:rPr lang="en-US" dirty="0">
                <a:solidFill>
                  <a:srgbClr val="0070C0"/>
                </a:solidFill>
              </a:rPr>
              <a:t>STAR – Situation/Tasks/Action/Results</a:t>
            </a:r>
          </a:p>
          <a:p>
            <a:endParaRPr lang="en-US" dirty="0">
              <a:solidFill>
                <a:srgbClr val="0070C0"/>
              </a:solidFill>
            </a:endParaRPr>
          </a:p>
          <a:p>
            <a:r>
              <a:rPr lang="en-US" dirty="0">
                <a:solidFill>
                  <a:srgbClr val="0070C0"/>
                </a:solidFill>
              </a:rPr>
              <a:t>SOAR –Situation/Objective/Action/Results </a:t>
            </a:r>
          </a:p>
        </p:txBody>
      </p:sp>
    </p:spTree>
    <p:extLst>
      <p:ext uri="{BB962C8B-B14F-4D97-AF65-F5344CB8AC3E}">
        <p14:creationId xmlns:p14="http://schemas.microsoft.com/office/powerpoint/2010/main" val="2231573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3F3626D-5A55-81C6-37F5-8C6256F7D435}"/>
              </a:ext>
            </a:extLst>
          </p:cNvPr>
          <p:cNvSpPr>
            <a:spLocks noGrp="1"/>
          </p:cNvSpPr>
          <p:nvPr>
            <p:ph type="title"/>
          </p:nvPr>
        </p:nvSpPr>
        <p:spPr>
          <a:xfrm>
            <a:off x="838200" y="365126"/>
            <a:ext cx="10515600" cy="714527"/>
          </a:xfrm>
        </p:spPr>
        <p:txBody>
          <a:bodyPr/>
          <a:lstStyle/>
          <a:p>
            <a:r>
              <a:rPr kumimoji="0" lang="en-US" sz="3600" b="0" i="0" strike="noStrike" kern="1200" cap="none" spc="0" normalizeH="0" baseline="0" noProof="0" dirty="0">
                <a:ln>
                  <a:noFill/>
                </a:ln>
                <a:solidFill>
                  <a:srgbClr val="D8A201"/>
                </a:solidFill>
                <a:effectLst/>
                <a:uLnTx/>
                <a:uFillTx/>
                <a:latin typeface="Aleo" panose="00000500000000000000" pitchFamily="2" charset="0"/>
                <a:cs typeface="Arial" panose="020B0604020202020204" pitchFamily="34" charset="0"/>
              </a:rPr>
              <a:t>Instruction</a:t>
            </a:r>
            <a:endParaRPr lang="en-US" dirty="0">
              <a:solidFill>
                <a:srgbClr val="D8A201"/>
              </a:solidFill>
              <a:latin typeface="Aleo" panose="00000500000000000000" pitchFamily="2" charset="0"/>
            </a:endParaRPr>
          </a:p>
        </p:txBody>
      </p:sp>
      <p:sp>
        <p:nvSpPr>
          <p:cNvPr id="9" name="Content Placeholder 8">
            <a:extLst>
              <a:ext uri="{FF2B5EF4-FFF2-40B4-BE49-F238E27FC236}">
                <a16:creationId xmlns:a16="http://schemas.microsoft.com/office/drawing/2014/main" id="{AF3D1E7C-89AB-1C7B-0094-F84B335E05AC}"/>
              </a:ext>
            </a:extLst>
          </p:cNvPr>
          <p:cNvSpPr>
            <a:spLocks noGrp="1"/>
          </p:cNvSpPr>
          <p:nvPr>
            <p:ph idx="1"/>
          </p:nvPr>
        </p:nvSpPr>
        <p:spPr>
          <a:xfrm>
            <a:off x="838200" y="1189823"/>
            <a:ext cx="10515600" cy="4257548"/>
          </a:xfrm>
        </p:spPr>
        <p:txBody>
          <a:bodyPr>
            <a:normAutofit/>
          </a:bodyPr>
          <a:lstStyle/>
          <a:p>
            <a:pPr marL="0" marR="0" lvl="0" indent="0" algn="l" defTabSz="914400" rtl="0" eaLnBrk="1" fontAlgn="base" latinLnBrk="0" hangingPunct="1">
              <a:lnSpc>
                <a:spcPct val="94000"/>
              </a:lnSpc>
              <a:spcBef>
                <a:spcPts val="1000"/>
              </a:spcBef>
              <a:spcAft>
                <a:spcPts val="200"/>
              </a:spcAft>
              <a:buClrTx/>
              <a:buSzTx/>
              <a:buFont typeface="Franklin Gothic Book" panose="020B0503020102020204" pitchFamily="34" charset="0"/>
              <a:buNone/>
              <a:tabLst/>
              <a:defRPr/>
            </a:pPr>
            <a:r>
              <a:rPr kumimoji="0" lang="en-US" sz="2400" b="1"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CAR – Challenge, Action, and Results</a:t>
            </a:r>
            <a:endParaRPr kumimoji="0" lang="en-US" sz="2400" b="0"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endParaRPr>
          </a:p>
          <a:p>
            <a:pPr marL="384048" marR="0" lvl="0" indent="-384048" algn="l" defTabSz="914400" rtl="0" eaLnBrk="1" fontAlgn="auto" latinLnBrk="0" hangingPunct="1">
              <a:lnSpc>
                <a:spcPct val="94000"/>
              </a:lnSpc>
              <a:spcBef>
                <a:spcPts val="1000"/>
              </a:spcBef>
              <a:spcAft>
                <a:spcPts val="200"/>
              </a:spcAft>
              <a:buClrTx/>
              <a:buSzTx/>
              <a:buFont typeface="Franklin Gothic Book" panose="020B0503020102020204" pitchFamily="34" charset="0"/>
              <a:buChar char="■"/>
              <a:tabLst/>
              <a:defRPr/>
            </a:pPr>
            <a:r>
              <a:rPr kumimoji="0" lang="en-US" sz="2400" b="0" i="1"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CAR statements </a:t>
            </a:r>
            <a:r>
              <a:rPr kumimoji="0" lang="en-US" sz="2400" b="0"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are powerful because they show clear examples of you making a difference for your past employers. Achievement statements give potential employers a chance to see your professional competencies, strengths, and skills. We’re taking </a:t>
            </a:r>
            <a:r>
              <a:rPr kumimoji="0" lang="en-US" sz="2400" b="0" i="1"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skills you already possess </a:t>
            </a:r>
            <a:r>
              <a:rPr kumimoji="0" lang="en-US" sz="2400" b="0"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and marketing them in a way to get you the best opportunity possible. </a:t>
            </a:r>
          </a:p>
          <a:p>
            <a:pPr marL="530352" marR="0" lvl="1" indent="0" algn="l" defTabSz="914400" rtl="0" eaLnBrk="1" fontAlgn="auto" latinLnBrk="0" hangingPunct="1">
              <a:lnSpc>
                <a:spcPct val="94000"/>
              </a:lnSpc>
              <a:spcBef>
                <a:spcPts val="500"/>
              </a:spcBef>
              <a:spcAft>
                <a:spcPts val="200"/>
              </a:spcAft>
              <a:buClrTx/>
              <a:buSzTx/>
              <a:buFont typeface="Franklin Gothic Book" panose="020B0503020102020204" pitchFamily="34" charset="0"/>
              <a:buNone/>
              <a:tabLst/>
              <a:defRPr/>
            </a:pPr>
            <a:r>
              <a:rPr kumimoji="0" lang="en-US" b="1" i="1"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Challenge – </a:t>
            </a:r>
            <a:r>
              <a:rPr kumimoji="0" lang="en-US" i="1"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You faced in your professional work</a:t>
            </a:r>
          </a:p>
          <a:p>
            <a:pPr marL="530352" marR="0" lvl="1" indent="0" algn="l" defTabSz="914400" rtl="0" eaLnBrk="1" fontAlgn="auto" latinLnBrk="0" hangingPunct="1">
              <a:lnSpc>
                <a:spcPct val="94000"/>
              </a:lnSpc>
              <a:spcBef>
                <a:spcPts val="500"/>
              </a:spcBef>
              <a:spcAft>
                <a:spcPts val="200"/>
              </a:spcAft>
              <a:buClrTx/>
              <a:buSzTx/>
              <a:buFont typeface="Franklin Gothic Book" panose="020B0503020102020204" pitchFamily="34" charset="0"/>
              <a:buNone/>
              <a:tabLst/>
              <a:defRPr/>
            </a:pPr>
            <a:r>
              <a:rPr kumimoji="0" lang="en-US" b="1" i="1"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Action- </a:t>
            </a:r>
            <a:r>
              <a:rPr kumimoji="0" lang="en-US" i="1"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You took to resolve the problem </a:t>
            </a:r>
          </a:p>
          <a:p>
            <a:pPr marL="530352" marR="0" lvl="1" indent="0" algn="l" defTabSz="914400" rtl="0" eaLnBrk="1" fontAlgn="auto" latinLnBrk="0" hangingPunct="1">
              <a:lnSpc>
                <a:spcPct val="94000"/>
              </a:lnSpc>
              <a:spcBef>
                <a:spcPts val="500"/>
              </a:spcBef>
              <a:spcAft>
                <a:spcPts val="200"/>
              </a:spcAft>
              <a:buClrTx/>
              <a:buSzTx/>
              <a:buFont typeface="Franklin Gothic Book" panose="020B0503020102020204" pitchFamily="34" charset="0"/>
              <a:buNone/>
              <a:tabLst/>
              <a:defRPr/>
            </a:pPr>
            <a:r>
              <a:rPr kumimoji="0" lang="en-US" b="1" i="1"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Results- </a:t>
            </a:r>
            <a:r>
              <a:rPr kumimoji="0" lang="en-US" i="1"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You achieved for the organization </a:t>
            </a:r>
          </a:p>
          <a:p>
            <a:endParaRPr lang="en-US" dirty="0"/>
          </a:p>
        </p:txBody>
      </p:sp>
      <p:sp>
        <p:nvSpPr>
          <p:cNvPr id="4" name="Date Placeholder 3">
            <a:extLst>
              <a:ext uri="{FF2B5EF4-FFF2-40B4-BE49-F238E27FC236}">
                <a16:creationId xmlns:a16="http://schemas.microsoft.com/office/drawing/2014/main" id="{7FEF40B7-4473-E8D6-0D28-398E1D86FC0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8D54A57-E55C-764B-8C87-B90E14394D5B}" type="datetime2">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Tuesday, March 11, 2025</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2895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500"/>
                                        <p:tgtEl>
                                          <p:spTgt spid="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500"/>
                                        <p:tgtEl>
                                          <p:spTgt spid="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fade">
                                      <p:cBhvr>
                                        <p:cTn id="17" dur="500"/>
                                        <p:tgtEl>
                                          <p:spTgt spid="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4" end="4"/>
                                            </p:txEl>
                                          </p:spTgt>
                                        </p:tgtEl>
                                        <p:attrNameLst>
                                          <p:attrName>style.visibility</p:attrName>
                                        </p:attrNameLst>
                                      </p:cBhvr>
                                      <p:to>
                                        <p:strVal val="visible"/>
                                      </p:to>
                                    </p:set>
                                    <p:animEffect transition="in" filter="fade">
                                      <p:cBhvr>
                                        <p:cTn id="22" dur="5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3F3626D-5A55-81C6-37F5-8C6256F7D435}"/>
              </a:ext>
            </a:extLst>
          </p:cNvPr>
          <p:cNvSpPr>
            <a:spLocks noGrp="1"/>
          </p:cNvSpPr>
          <p:nvPr>
            <p:ph type="title"/>
          </p:nvPr>
        </p:nvSpPr>
        <p:spPr>
          <a:xfrm>
            <a:off x="838200" y="247792"/>
            <a:ext cx="10515600" cy="776778"/>
          </a:xfrm>
        </p:spPr>
        <p:txBody>
          <a:bodyPr>
            <a:normAutofit/>
          </a:bodyPr>
          <a:lstStyle/>
          <a:p>
            <a:r>
              <a:rPr lang="en-US" b="1" dirty="0">
                <a:solidFill>
                  <a:srgbClr val="D8A201"/>
                </a:solidFill>
              </a:rPr>
              <a:t>Let’s talk about CAR!</a:t>
            </a:r>
          </a:p>
        </p:txBody>
      </p:sp>
      <p:sp>
        <p:nvSpPr>
          <p:cNvPr id="9" name="Content Placeholder 8">
            <a:extLst>
              <a:ext uri="{FF2B5EF4-FFF2-40B4-BE49-F238E27FC236}">
                <a16:creationId xmlns:a16="http://schemas.microsoft.com/office/drawing/2014/main" id="{AF3D1E7C-89AB-1C7B-0094-F84B335E05AC}"/>
              </a:ext>
            </a:extLst>
          </p:cNvPr>
          <p:cNvSpPr>
            <a:spLocks noGrp="1"/>
          </p:cNvSpPr>
          <p:nvPr>
            <p:ph idx="1"/>
          </p:nvPr>
        </p:nvSpPr>
        <p:spPr>
          <a:xfrm>
            <a:off x="838200" y="1156771"/>
            <a:ext cx="10515600" cy="4290599"/>
          </a:xfrm>
        </p:spPr>
        <p:txBody>
          <a:bodyPr>
            <a:normAutofit/>
          </a:bodyPr>
          <a:lstStyle/>
          <a:p>
            <a:pPr algn="ctr"/>
            <a:r>
              <a:rPr lang="en-US" sz="3200" b="1" u="sng" dirty="0">
                <a:solidFill>
                  <a:srgbClr val="0070C0"/>
                </a:solidFill>
                <a:latin typeface="Aleo" panose="00000500000000000000" pitchFamily="2" charset="0"/>
              </a:rPr>
              <a:t>C : Challenge </a:t>
            </a:r>
          </a:p>
          <a:p>
            <a:pPr marL="0" indent="0">
              <a:buNone/>
            </a:pPr>
            <a:r>
              <a:rPr lang="en-US" sz="2000" b="0" i="0" dirty="0">
                <a:solidFill>
                  <a:srgbClr val="0070C0"/>
                </a:solidFill>
                <a:effectLst/>
                <a:latin typeface="Aleo" panose="00000500000000000000" pitchFamily="2" charset="0"/>
              </a:rPr>
              <a:t>It doesn't matter if you work in construction, service industry, payroll, or sales — all companies have their own sets of issues that they look to their employees to help solve. For each job that you have listed on your resume, think about the tasks you were given. Each task is, in other words, a problem — something that hasn't been done that needs to be done. By doing the task, you'll be solving some issues for the company. </a:t>
            </a:r>
          </a:p>
          <a:p>
            <a:pPr marL="0" indent="0">
              <a:buNone/>
            </a:pPr>
            <a:r>
              <a:rPr lang="en-US" sz="2000" b="1" i="0" u="sng" dirty="0">
                <a:solidFill>
                  <a:srgbClr val="0070C0"/>
                </a:solidFill>
                <a:effectLst/>
                <a:latin typeface="Aleo" panose="00000500000000000000" pitchFamily="2" charset="0"/>
              </a:rPr>
              <a:t>Example:</a:t>
            </a:r>
          </a:p>
          <a:p>
            <a:pPr marL="0" indent="0">
              <a:buNone/>
            </a:pPr>
            <a:r>
              <a:rPr lang="en-US" sz="2000" i="1" dirty="0">
                <a:solidFill>
                  <a:srgbClr val="0070C0"/>
                </a:solidFill>
                <a:latin typeface="Aleo" panose="00000500000000000000" pitchFamily="2" charset="0"/>
              </a:rPr>
              <a:t>The Number of donors for the Colorado DCPA was 35% lower than anticipated.</a:t>
            </a:r>
            <a:endParaRPr lang="en-US" sz="2000" b="0" i="1" dirty="0">
              <a:solidFill>
                <a:srgbClr val="0070C0"/>
              </a:solidFill>
              <a:effectLst/>
              <a:latin typeface="Aleo" panose="00000500000000000000" pitchFamily="2" charset="0"/>
            </a:endParaRPr>
          </a:p>
          <a:p>
            <a:pPr marL="0" indent="0">
              <a:buNone/>
            </a:pPr>
            <a:endParaRPr lang="en-US" sz="3200" dirty="0">
              <a:solidFill>
                <a:srgbClr val="0070C0"/>
              </a:solidFill>
              <a:latin typeface="Aleo" panose="00000500000000000000" pitchFamily="2" charset="0"/>
            </a:endParaRPr>
          </a:p>
        </p:txBody>
      </p:sp>
      <p:sp>
        <p:nvSpPr>
          <p:cNvPr id="4" name="Date Placeholder 3">
            <a:extLst>
              <a:ext uri="{FF2B5EF4-FFF2-40B4-BE49-F238E27FC236}">
                <a16:creationId xmlns:a16="http://schemas.microsoft.com/office/drawing/2014/main" id="{7FEF40B7-4473-E8D6-0D28-398E1D86FC0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8D54A57-E55C-764B-8C87-B90E14394D5B}" type="datetime2">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Tuesday, March 11, 2025</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pic>
        <p:nvPicPr>
          <p:cNvPr id="3" name="Picture 2" descr="Diagram, schematic&#10;&#10;Description automatically generated">
            <a:extLst>
              <a:ext uri="{FF2B5EF4-FFF2-40B4-BE49-F238E27FC236}">
                <a16:creationId xmlns:a16="http://schemas.microsoft.com/office/drawing/2014/main" id="{2731D54C-C96C-3EB3-B7E2-32E4D0949207}"/>
              </a:ext>
            </a:extLst>
          </p:cNvPr>
          <p:cNvPicPr>
            <a:picLocks noChangeAspect="1"/>
          </p:cNvPicPr>
          <p:nvPr/>
        </p:nvPicPr>
        <p:blipFill>
          <a:blip r:embed="rId2"/>
          <a:stretch>
            <a:fillRect/>
          </a:stretch>
        </p:blipFill>
        <p:spPr>
          <a:xfrm>
            <a:off x="9011798" y="4213949"/>
            <a:ext cx="2342002" cy="1233421"/>
          </a:xfrm>
          <a:prstGeom prst="rect">
            <a:avLst/>
          </a:prstGeom>
        </p:spPr>
      </p:pic>
    </p:spTree>
    <p:extLst>
      <p:ext uri="{BB962C8B-B14F-4D97-AF65-F5344CB8AC3E}">
        <p14:creationId xmlns:p14="http://schemas.microsoft.com/office/powerpoint/2010/main" val="2834633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3F3626D-5A55-81C6-37F5-8C6256F7D435}"/>
              </a:ext>
            </a:extLst>
          </p:cNvPr>
          <p:cNvSpPr>
            <a:spLocks noGrp="1"/>
          </p:cNvSpPr>
          <p:nvPr>
            <p:ph type="title"/>
          </p:nvPr>
        </p:nvSpPr>
        <p:spPr>
          <a:xfrm>
            <a:off x="838200" y="247792"/>
            <a:ext cx="10515600" cy="776778"/>
          </a:xfrm>
        </p:spPr>
        <p:txBody>
          <a:bodyPr>
            <a:normAutofit/>
          </a:bodyPr>
          <a:lstStyle/>
          <a:p>
            <a:r>
              <a:rPr lang="en-US" b="1" dirty="0">
                <a:solidFill>
                  <a:srgbClr val="D8A201"/>
                </a:solidFill>
              </a:rPr>
              <a:t>Let’s talk about CAR!</a:t>
            </a:r>
          </a:p>
        </p:txBody>
      </p:sp>
      <p:sp>
        <p:nvSpPr>
          <p:cNvPr id="9" name="Content Placeholder 8">
            <a:extLst>
              <a:ext uri="{FF2B5EF4-FFF2-40B4-BE49-F238E27FC236}">
                <a16:creationId xmlns:a16="http://schemas.microsoft.com/office/drawing/2014/main" id="{AF3D1E7C-89AB-1C7B-0094-F84B335E05AC}"/>
              </a:ext>
            </a:extLst>
          </p:cNvPr>
          <p:cNvSpPr>
            <a:spLocks noGrp="1"/>
          </p:cNvSpPr>
          <p:nvPr>
            <p:ph idx="1"/>
          </p:nvPr>
        </p:nvSpPr>
        <p:spPr>
          <a:xfrm>
            <a:off x="838200" y="1283700"/>
            <a:ext cx="10515600" cy="4290599"/>
          </a:xfrm>
        </p:spPr>
        <p:txBody>
          <a:bodyPr>
            <a:normAutofit/>
          </a:bodyPr>
          <a:lstStyle/>
          <a:p>
            <a:pPr algn="ctr"/>
            <a:r>
              <a:rPr lang="en-US" sz="3200" b="1" u="sng" dirty="0">
                <a:solidFill>
                  <a:srgbClr val="0070C0"/>
                </a:solidFill>
                <a:latin typeface="Aleo" panose="00000500000000000000" pitchFamily="2" charset="0"/>
              </a:rPr>
              <a:t>A : Action</a:t>
            </a:r>
          </a:p>
          <a:p>
            <a:pPr marL="0" indent="0">
              <a:buNone/>
            </a:pPr>
            <a:r>
              <a:rPr lang="en-US" sz="2000" b="0" i="0" dirty="0">
                <a:solidFill>
                  <a:srgbClr val="0070C0"/>
                </a:solidFill>
                <a:effectLst/>
                <a:latin typeface="Aleo" panose="00000500000000000000" pitchFamily="2" charset="0"/>
              </a:rPr>
              <a:t>Now you've established that you oversaw handling a problem. What did you do about it? What strategy did you put in place to tackle the problem and why? Did you implement new policies? Did you cut wasteful spending? The key to “Action” is keeping it short and sweet. You only have so much room on your resume, and of the three items in the C.A.R. formula, the action should get the least amount of attention. Be concise and simply state what you did to improve the situation. </a:t>
            </a:r>
          </a:p>
          <a:p>
            <a:pPr marL="0" indent="0">
              <a:buNone/>
            </a:pPr>
            <a:r>
              <a:rPr lang="en-US" sz="2000" b="1" i="0" u="sng" dirty="0">
                <a:solidFill>
                  <a:srgbClr val="0070C0"/>
                </a:solidFill>
                <a:effectLst/>
                <a:latin typeface="Aleo" panose="00000500000000000000" pitchFamily="2" charset="0"/>
              </a:rPr>
              <a:t>Example:</a:t>
            </a:r>
          </a:p>
          <a:p>
            <a:pPr marL="0" indent="0">
              <a:buNone/>
            </a:pPr>
            <a:r>
              <a:rPr lang="en-US" sz="2000" i="1" dirty="0">
                <a:solidFill>
                  <a:srgbClr val="0070C0"/>
                </a:solidFill>
                <a:latin typeface="Aleo" panose="00000500000000000000" pitchFamily="2" charset="0"/>
              </a:rPr>
              <a:t>I initiated a phone call/email campaign of past members. (over the third quarter)  </a:t>
            </a:r>
            <a:endParaRPr lang="en-US" sz="2000" b="0" i="1" dirty="0">
              <a:solidFill>
                <a:srgbClr val="0070C0"/>
              </a:solidFill>
              <a:effectLst/>
              <a:latin typeface="Aleo" panose="00000500000000000000" pitchFamily="2" charset="0"/>
            </a:endParaRPr>
          </a:p>
          <a:p>
            <a:pPr marL="0" indent="0">
              <a:buNone/>
            </a:pPr>
            <a:endParaRPr lang="en-US" sz="3200" dirty="0">
              <a:solidFill>
                <a:srgbClr val="0070C0"/>
              </a:solidFill>
              <a:latin typeface="Aleo" panose="00000500000000000000" pitchFamily="2" charset="0"/>
            </a:endParaRPr>
          </a:p>
        </p:txBody>
      </p:sp>
      <p:sp>
        <p:nvSpPr>
          <p:cNvPr id="4" name="Date Placeholder 3">
            <a:extLst>
              <a:ext uri="{FF2B5EF4-FFF2-40B4-BE49-F238E27FC236}">
                <a16:creationId xmlns:a16="http://schemas.microsoft.com/office/drawing/2014/main" id="{7FEF40B7-4473-E8D6-0D28-398E1D86FC0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8D54A57-E55C-764B-8C87-B90E14394D5B}" type="datetime2">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Tuesday, March 11, 2025</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8923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3F3626D-5A55-81C6-37F5-8C6256F7D435}"/>
              </a:ext>
            </a:extLst>
          </p:cNvPr>
          <p:cNvSpPr>
            <a:spLocks noGrp="1"/>
          </p:cNvSpPr>
          <p:nvPr>
            <p:ph type="title"/>
          </p:nvPr>
        </p:nvSpPr>
        <p:spPr>
          <a:xfrm>
            <a:off x="838200" y="247792"/>
            <a:ext cx="10515600" cy="776778"/>
          </a:xfrm>
        </p:spPr>
        <p:txBody>
          <a:bodyPr>
            <a:normAutofit/>
          </a:bodyPr>
          <a:lstStyle/>
          <a:p>
            <a:r>
              <a:rPr lang="en-US" b="1" dirty="0">
                <a:solidFill>
                  <a:srgbClr val="D8A201"/>
                </a:solidFill>
              </a:rPr>
              <a:t>Let’s talk about CAR!</a:t>
            </a:r>
          </a:p>
        </p:txBody>
      </p:sp>
      <p:sp>
        <p:nvSpPr>
          <p:cNvPr id="9" name="Content Placeholder 8">
            <a:extLst>
              <a:ext uri="{FF2B5EF4-FFF2-40B4-BE49-F238E27FC236}">
                <a16:creationId xmlns:a16="http://schemas.microsoft.com/office/drawing/2014/main" id="{AF3D1E7C-89AB-1C7B-0094-F84B335E05AC}"/>
              </a:ext>
            </a:extLst>
          </p:cNvPr>
          <p:cNvSpPr>
            <a:spLocks noGrp="1"/>
          </p:cNvSpPr>
          <p:nvPr>
            <p:ph idx="1"/>
          </p:nvPr>
        </p:nvSpPr>
        <p:spPr>
          <a:xfrm>
            <a:off x="838200" y="1156771"/>
            <a:ext cx="10515600" cy="4290599"/>
          </a:xfrm>
        </p:spPr>
        <p:txBody>
          <a:bodyPr>
            <a:normAutofit lnSpcReduction="10000"/>
          </a:bodyPr>
          <a:lstStyle/>
          <a:p>
            <a:pPr algn="ctr"/>
            <a:r>
              <a:rPr lang="en-US" sz="3200" b="1" u="sng" dirty="0">
                <a:solidFill>
                  <a:srgbClr val="0070C0"/>
                </a:solidFill>
                <a:latin typeface="Aleo" panose="00000500000000000000" pitchFamily="2" charset="0"/>
              </a:rPr>
              <a:t>R : Results </a:t>
            </a:r>
          </a:p>
          <a:p>
            <a:pPr marL="0" indent="0">
              <a:buNone/>
            </a:pPr>
            <a:r>
              <a:rPr lang="en-US" sz="2000" b="0" i="0" dirty="0">
                <a:solidFill>
                  <a:srgbClr val="0070C0"/>
                </a:solidFill>
                <a:effectLst/>
                <a:latin typeface="Aleo" panose="00000500000000000000" pitchFamily="2" charset="0"/>
              </a:rPr>
              <a:t>This is what prospective employers really want to see. Sure, you were faced with a problem and produced a plan to address it, but how did you do? They don't want to hear that it “went well.” They want to see quantifiable results. Numbers look good here.</a:t>
            </a:r>
          </a:p>
          <a:p>
            <a:pPr marL="0" indent="0">
              <a:buNone/>
            </a:pPr>
            <a:r>
              <a:rPr lang="en-US" sz="2000" b="1" i="0" u="sng" dirty="0">
                <a:solidFill>
                  <a:srgbClr val="0070C0"/>
                </a:solidFill>
                <a:effectLst/>
                <a:latin typeface="Aleo" panose="00000500000000000000" pitchFamily="2" charset="0"/>
              </a:rPr>
              <a:t>Example:</a:t>
            </a:r>
          </a:p>
          <a:p>
            <a:pPr marL="0" indent="0">
              <a:buNone/>
            </a:pPr>
            <a:r>
              <a:rPr lang="en-US" sz="2000" i="1" dirty="0">
                <a:solidFill>
                  <a:srgbClr val="0070C0"/>
                </a:solidFill>
                <a:latin typeface="Aleo" panose="00000500000000000000" pitchFamily="2" charset="0"/>
              </a:rPr>
              <a:t>By calling inactive members, I increased renewal by 22%. (in the fourth quarter)</a:t>
            </a:r>
          </a:p>
          <a:p>
            <a:pPr marL="0" indent="0" algn="ctr">
              <a:buNone/>
            </a:pPr>
            <a:r>
              <a:rPr lang="en-US" sz="2000" b="1" u="sng" dirty="0">
                <a:solidFill>
                  <a:srgbClr val="0070C0"/>
                </a:solidFill>
                <a:effectLst/>
                <a:latin typeface="Aleo" panose="00000500000000000000" pitchFamily="2" charset="0"/>
              </a:rPr>
              <a:t>Putting it all together:</a:t>
            </a:r>
          </a:p>
          <a:p>
            <a:pPr marL="0" indent="0">
              <a:buNone/>
            </a:pPr>
            <a:r>
              <a:rPr lang="en-US" sz="2000" b="1" i="1" dirty="0">
                <a:solidFill>
                  <a:srgbClr val="0070C0"/>
                </a:solidFill>
                <a:latin typeface="Aleo" panose="00000500000000000000" pitchFamily="2" charset="0"/>
              </a:rPr>
              <a:t>(Challenge) </a:t>
            </a:r>
            <a:r>
              <a:rPr lang="en-US" sz="2000" i="1" dirty="0">
                <a:solidFill>
                  <a:srgbClr val="0070C0"/>
                </a:solidFill>
                <a:latin typeface="Aleo" panose="00000500000000000000" pitchFamily="2" charset="0"/>
              </a:rPr>
              <a:t>The Colorado DCPA had poor communication with its donors, its customers, and the public. </a:t>
            </a:r>
            <a:r>
              <a:rPr lang="en-US" sz="2000" b="1" i="1" dirty="0">
                <a:solidFill>
                  <a:srgbClr val="0070C0"/>
                </a:solidFill>
                <a:latin typeface="Aleo" panose="00000500000000000000" pitchFamily="2" charset="0"/>
              </a:rPr>
              <a:t>(Consequences) </a:t>
            </a:r>
            <a:r>
              <a:rPr lang="en-US" sz="2000" i="1" u="sng" dirty="0">
                <a:solidFill>
                  <a:srgbClr val="0070C0"/>
                </a:solidFill>
                <a:latin typeface="Aleo" panose="00000500000000000000" pitchFamily="2" charset="0"/>
              </a:rPr>
              <a:t>the organization failed to grow and meet its strategic goals. </a:t>
            </a:r>
            <a:r>
              <a:rPr lang="en-US" sz="2000" b="1" i="1" dirty="0">
                <a:solidFill>
                  <a:srgbClr val="0070C0"/>
                </a:solidFill>
                <a:latin typeface="Aleo" panose="00000500000000000000" pitchFamily="2" charset="0"/>
              </a:rPr>
              <a:t>(Action) </a:t>
            </a:r>
            <a:r>
              <a:rPr lang="en-US" sz="2000" i="1" dirty="0">
                <a:solidFill>
                  <a:srgbClr val="0070C0"/>
                </a:solidFill>
                <a:latin typeface="Aleo" panose="00000500000000000000" pitchFamily="2" charset="0"/>
              </a:rPr>
              <a:t>I created an electronic newsletter and permission-based email system. </a:t>
            </a:r>
            <a:r>
              <a:rPr lang="en-US" sz="2000" b="1" i="1" dirty="0">
                <a:solidFill>
                  <a:srgbClr val="0070C0"/>
                </a:solidFill>
                <a:latin typeface="Aleo" panose="00000500000000000000" pitchFamily="2" charset="0"/>
              </a:rPr>
              <a:t>(Result) </a:t>
            </a:r>
            <a:r>
              <a:rPr lang="en-US" sz="2000" i="1" dirty="0">
                <a:solidFill>
                  <a:srgbClr val="0070C0"/>
                </a:solidFill>
                <a:latin typeface="Aleo" panose="00000500000000000000" pitchFamily="2" charset="0"/>
              </a:rPr>
              <a:t>We increased the number of donors by 22 percent.</a:t>
            </a:r>
            <a:endParaRPr lang="en-US" sz="2000" b="0" i="1" dirty="0">
              <a:solidFill>
                <a:srgbClr val="0070C0"/>
              </a:solidFill>
              <a:effectLst/>
              <a:latin typeface="Aleo" panose="00000500000000000000" pitchFamily="2" charset="0"/>
            </a:endParaRPr>
          </a:p>
          <a:p>
            <a:pPr marL="0" indent="0">
              <a:buNone/>
            </a:pPr>
            <a:r>
              <a:rPr lang="en-US" sz="2000" dirty="0">
                <a:solidFill>
                  <a:srgbClr val="0070C0"/>
                </a:solidFill>
                <a:latin typeface="Aleo" panose="00000500000000000000" pitchFamily="2" charset="0"/>
              </a:rPr>
              <a:t>			</a:t>
            </a:r>
          </a:p>
        </p:txBody>
      </p:sp>
      <p:sp>
        <p:nvSpPr>
          <p:cNvPr id="4" name="Date Placeholder 3">
            <a:extLst>
              <a:ext uri="{FF2B5EF4-FFF2-40B4-BE49-F238E27FC236}">
                <a16:creationId xmlns:a16="http://schemas.microsoft.com/office/drawing/2014/main" id="{7FEF40B7-4473-E8D6-0D28-398E1D86FC0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8D54A57-E55C-764B-8C87-B90E14394D5B}" type="datetime2">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Tuesday, March 11, 2025</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D64E82E0-3B53-F481-1A9E-E5BD678E7D15}"/>
              </a:ext>
            </a:extLst>
          </p:cNvPr>
          <p:cNvPicPr>
            <a:picLocks noChangeAspect="1"/>
          </p:cNvPicPr>
          <p:nvPr/>
        </p:nvPicPr>
        <p:blipFill>
          <a:blip r:embed="rId2"/>
          <a:stretch>
            <a:fillRect/>
          </a:stretch>
        </p:blipFill>
        <p:spPr>
          <a:xfrm>
            <a:off x="5733275" y="4701714"/>
            <a:ext cx="2943426" cy="1337076"/>
          </a:xfrm>
          <a:prstGeom prst="rect">
            <a:avLst/>
          </a:prstGeom>
        </p:spPr>
      </p:pic>
    </p:spTree>
    <p:extLst>
      <p:ext uri="{BB962C8B-B14F-4D97-AF65-F5344CB8AC3E}">
        <p14:creationId xmlns:p14="http://schemas.microsoft.com/office/powerpoint/2010/main" val="3233593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3F3626D-5A55-81C6-37F5-8C6256F7D435}"/>
              </a:ext>
            </a:extLst>
          </p:cNvPr>
          <p:cNvSpPr>
            <a:spLocks noGrp="1"/>
          </p:cNvSpPr>
          <p:nvPr>
            <p:ph type="title"/>
          </p:nvPr>
        </p:nvSpPr>
        <p:spPr>
          <a:xfrm>
            <a:off x="838200" y="286440"/>
            <a:ext cx="10515600" cy="638977"/>
          </a:xfrm>
        </p:spPr>
        <p:txBody>
          <a:bodyPr/>
          <a:lstStyle/>
          <a:p>
            <a:r>
              <a:rPr lang="en-US" b="1" dirty="0">
                <a:solidFill>
                  <a:srgbClr val="D8A201"/>
                </a:solidFill>
              </a:rPr>
              <a:t>Resume class activity </a:t>
            </a:r>
          </a:p>
        </p:txBody>
      </p:sp>
      <p:sp>
        <p:nvSpPr>
          <p:cNvPr id="4" name="Date Placeholder 3">
            <a:extLst>
              <a:ext uri="{FF2B5EF4-FFF2-40B4-BE49-F238E27FC236}">
                <a16:creationId xmlns:a16="http://schemas.microsoft.com/office/drawing/2014/main" id="{7FEF40B7-4473-E8D6-0D28-398E1D86FC0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8D54A57-E55C-764B-8C87-B90E14394D5B}" type="datetime2">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Tuesday, March 11, 2025</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sp>
        <p:nvSpPr>
          <p:cNvPr id="6" name="Content Placeholder 5">
            <a:extLst>
              <a:ext uri="{FF2B5EF4-FFF2-40B4-BE49-F238E27FC236}">
                <a16:creationId xmlns:a16="http://schemas.microsoft.com/office/drawing/2014/main" id="{F6681BEC-A397-7A5A-E35C-6D05B5DB1D71}"/>
              </a:ext>
            </a:extLst>
          </p:cNvPr>
          <p:cNvSpPr>
            <a:spLocks noGrp="1"/>
          </p:cNvSpPr>
          <p:nvPr>
            <p:ph idx="1"/>
          </p:nvPr>
        </p:nvSpPr>
        <p:spPr>
          <a:xfrm>
            <a:off x="838200" y="1134736"/>
            <a:ext cx="10515600" cy="4505899"/>
          </a:xfrm>
        </p:spPr>
        <p:txBody>
          <a:bodyPr>
            <a:normAutofit/>
          </a:bodyPr>
          <a:lstStyle/>
          <a:p>
            <a:pPr marL="0" indent="0">
              <a:buNone/>
            </a:pPr>
            <a:r>
              <a:rPr lang="en-US" sz="2400" dirty="0">
                <a:solidFill>
                  <a:srgbClr val="0070C0"/>
                </a:solidFill>
                <a:latin typeface="Aleo" panose="00000500000000000000" pitchFamily="2" charset="0"/>
              </a:rPr>
              <a:t>Now that we have gone over resumes take out your resume and partner with another student, read each other’s resume, and give constructive feedback. Pay close attention to these things:</a:t>
            </a:r>
          </a:p>
          <a:p>
            <a:pPr marL="0" indent="0">
              <a:buNone/>
            </a:pPr>
            <a:endParaRPr lang="en-US" sz="2400" dirty="0">
              <a:solidFill>
                <a:srgbClr val="0070C0"/>
              </a:solidFill>
              <a:latin typeface="Aleo" panose="00000500000000000000" pitchFamily="2" charset="0"/>
            </a:endParaRPr>
          </a:p>
          <a:p>
            <a:r>
              <a:rPr lang="en-US" sz="2400" dirty="0">
                <a:solidFill>
                  <a:srgbClr val="0070C0"/>
                </a:solidFill>
                <a:latin typeface="Aleo" panose="00000500000000000000" pitchFamily="2" charset="0"/>
              </a:rPr>
              <a:t>How does it look? Style -  (colors, font, design)</a:t>
            </a:r>
          </a:p>
          <a:p>
            <a:r>
              <a:rPr lang="en-US" sz="2400" dirty="0">
                <a:solidFill>
                  <a:srgbClr val="0070C0"/>
                </a:solidFill>
                <a:latin typeface="Aleo" panose="00000500000000000000" pitchFamily="2" charset="0"/>
              </a:rPr>
              <a:t>Does the summary help flesh out the person?</a:t>
            </a:r>
          </a:p>
          <a:p>
            <a:r>
              <a:rPr lang="en-US" sz="2400" dirty="0">
                <a:solidFill>
                  <a:srgbClr val="0070C0"/>
                </a:solidFill>
                <a:latin typeface="Aleo" panose="00000500000000000000" pitchFamily="2" charset="0"/>
              </a:rPr>
              <a:t>No mistakes (grammar, spelling)</a:t>
            </a:r>
          </a:p>
          <a:p>
            <a:r>
              <a:rPr lang="en-US" sz="2400" dirty="0">
                <a:solidFill>
                  <a:srgbClr val="0070C0"/>
                </a:solidFill>
                <a:latin typeface="Aleo" panose="00000500000000000000" pitchFamily="2" charset="0"/>
              </a:rPr>
              <a:t>CAR bullets under work experience?</a:t>
            </a:r>
          </a:p>
          <a:p>
            <a:endParaRPr lang="en-US" sz="1900" dirty="0">
              <a:solidFill>
                <a:srgbClr val="0070C0"/>
              </a:solidFill>
              <a:latin typeface="Aleo" panose="00000500000000000000" pitchFamily="2" charset="0"/>
            </a:endParaRPr>
          </a:p>
          <a:p>
            <a:endParaRPr lang="en-US" sz="1900" dirty="0">
              <a:solidFill>
                <a:srgbClr val="0070C0"/>
              </a:solidFill>
              <a:latin typeface="Aleo" panose="00000500000000000000" pitchFamily="2" charset="0"/>
            </a:endParaRPr>
          </a:p>
          <a:p>
            <a:endParaRPr lang="en-US" sz="1900" dirty="0">
              <a:solidFill>
                <a:srgbClr val="0070C0"/>
              </a:solidFill>
              <a:latin typeface="Aleo" panose="00000500000000000000" pitchFamily="2" charset="0"/>
            </a:endParaRPr>
          </a:p>
          <a:p>
            <a:endParaRPr lang="en-US" sz="1900" dirty="0">
              <a:solidFill>
                <a:srgbClr val="0070C0"/>
              </a:solidFill>
              <a:latin typeface="Aleo" panose="00000500000000000000" pitchFamily="2" charset="0"/>
            </a:endParaRPr>
          </a:p>
          <a:p>
            <a:endParaRPr lang="en-US" sz="1900" dirty="0">
              <a:solidFill>
                <a:srgbClr val="0070C0"/>
              </a:solidFill>
              <a:latin typeface="Aleo" panose="00000500000000000000" pitchFamily="2" charset="0"/>
            </a:endParaRPr>
          </a:p>
          <a:p>
            <a:pPr marL="0" indent="0">
              <a:buNone/>
            </a:pPr>
            <a:endParaRPr lang="en-US" sz="1900" dirty="0">
              <a:solidFill>
                <a:srgbClr val="0070C0"/>
              </a:solidFill>
              <a:latin typeface="Aleo" panose="00000500000000000000" pitchFamily="2" charset="0"/>
            </a:endParaRPr>
          </a:p>
        </p:txBody>
      </p:sp>
    </p:spTree>
    <p:extLst>
      <p:ext uri="{BB962C8B-B14F-4D97-AF65-F5344CB8AC3E}">
        <p14:creationId xmlns:p14="http://schemas.microsoft.com/office/powerpoint/2010/main" val="1129570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fade">
                                      <p:cBhvr>
                                        <p:cTn id="17" dur="5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fade">
                                      <p:cBhvr>
                                        <p:cTn id="22" dur="500"/>
                                        <p:tgtEl>
                                          <p:spTgt spid="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fade">
                                      <p:cBhvr>
                                        <p:cTn id="27"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3F3626D-5A55-81C6-37F5-8C6256F7D435}"/>
              </a:ext>
            </a:extLst>
          </p:cNvPr>
          <p:cNvSpPr>
            <a:spLocks noGrp="1"/>
          </p:cNvSpPr>
          <p:nvPr>
            <p:ph type="title"/>
          </p:nvPr>
        </p:nvSpPr>
        <p:spPr>
          <a:xfrm>
            <a:off x="838200" y="346947"/>
            <a:ext cx="10515600" cy="666607"/>
          </a:xfrm>
        </p:spPr>
        <p:txBody>
          <a:bodyPr>
            <a:normAutofit/>
          </a:bodyPr>
          <a:lstStyle/>
          <a:p>
            <a:r>
              <a:rPr lang="en-US" sz="4000" dirty="0">
                <a:solidFill>
                  <a:srgbClr val="D8A201"/>
                </a:solidFill>
              </a:rPr>
              <a:t>Let AI </a:t>
            </a:r>
            <a:r>
              <a:rPr lang="en-US" sz="4000" u="sng" dirty="0">
                <a:solidFill>
                  <a:srgbClr val="D8A201"/>
                </a:solidFill>
              </a:rPr>
              <a:t>help</a:t>
            </a:r>
            <a:r>
              <a:rPr lang="en-US" sz="4000" dirty="0">
                <a:solidFill>
                  <a:srgbClr val="D8A201"/>
                </a:solidFill>
              </a:rPr>
              <a:t> you build your Resume.</a:t>
            </a:r>
            <a:endParaRPr lang="en-US" sz="4000" dirty="0"/>
          </a:p>
        </p:txBody>
      </p:sp>
      <p:sp>
        <p:nvSpPr>
          <p:cNvPr id="4" name="Date Placeholder 3">
            <a:extLst>
              <a:ext uri="{FF2B5EF4-FFF2-40B4-BE49-F238E27FC236}">
                <a16:creationId xmlns:a16="http://schemas.microsoft.com/office/drawing/2014/main" id="{7FEF40B7-4473-E8D6-0D28-398E1D86FC0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8D54A57-E55C-764B-8C87-B90E14394D5B}" type="datetime2">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Tuesday, March 11, 2025</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sp>
        <p:nvSpPr>
          <p:cNvPr id="6" name="Content Placeholder 5">
            <a:extLst>
              <a:ext uri="{FF2B5EF4-FFF2-40B4-BE49-F238E27FC236}">
                <a16:creationId xmlns:a16="http://schemas.microsoft.com/office/drawing/2014/main" id="{F6681BEC-A397-7A5A-E35C-6D05B5DB1D71}"/>
              </a:ext>
            </a:extLst>
          </p:cNvPr>
          <p:cNvSpPr>
            <a:spLocks noGrp="1"/>
          </p:cNvSpPr>
          <p:nvPr>
            <p:ph idx="1"/>
          </p:nvPr>
        </p:nvSpPr>
        <p:spPr>
          <a:xfrm>
            <a:off x="838200" y="1024570"/>
            <a:ext cx="10515600" cy="4422802"/>
          </a:xfrm>
        </p:spPr>
        <p:txBody>
          <a:bodyPr>
            <a:normAutofit fontScale="85000" lnSpcReduction="20000"/>
          </a:bodyPr>
          <a:lstStyle/>
          <a:p>
            <a:pPr marL="0" indent="0" algn="l" fontAlgn="base">
              <a:buNone/>
            </a:pPr>
            <a:r>
              <a:rPr lang="en-US" b="0" i="0" dirty="0">
                <a:solidFill>
                  <a:srgbClr val="0070C0"/>
                </a:solidFill>
                <a:effectLst/>
                <a:latin typeface="Aleo" panose="00000500000000000000" pitchFamily="2" charset="0"/>
              </a:rPr>
              <a:t>An AI resume builder is an innovative tool that can help job seekers create a standout resume in a matter of minutes. These tools use artificial intelligence and machine learning technology to simplify resume-building, making it less stressful and more efficient.</a:t>
            </a:r>
          </a:p>
          <a:p>
            <a:pPr marL="0" indent="0" algn="l" fontAlgn="base">
              <a:buNone/>
            </a:pPr>
            <a:r>
              <a:rPr lang="en-US" b="1" i="0" dirty="0">
                <a:solidFill>
                  <a:srgbClr val="0070C0"/>
                </a:solidFill>
                <a:effectLst/>
                <a:latin typeface="Aleo" panose="00000500000000000000" pitchFamily="2" charset="0"/>
              </a:rPr>
              <a:t>With a typical AI resume builder, you get the following:</a:t>
            </a:r>
          </a:p>
          <a:p>
            <a:pPr algn="l" fontAlgn="base">
              <a:buFont typeface="Arial" panose="020B0604020202020204" pitchFamily="34" charset="0"/>
              <a:buChar char="•"/>
            </a:pPr>
            <a:r>
              <a:rPr lang="en-US" b="0" i="0" dirty="0">
                <a:solidFill>
                  <a:srgbClr val="0070C0"/>
                </a:solidFill>
                <a:effectLst/>
                <a:latin typeface="Aleo" panose="00000500000000000000" pitchFamily="2" charset="0"/>
              </a:rPr>
              <a:t>Customizable resume templates to ease your search for the best-looking resumes</a:t>
            </a:r>
          </a:p>
          <a:p>
            <a:pPr algn="l" fontAlgn="base">
              <a:buFont typeface="Arial" panose="020B0604020202020204" pitchFamily="34" charset="0"/>
              <a:buChar char="•"/>
            </a:pPr>
            <a:r>
              <a:rPr lang="en-US" b="0" i="0" dirty="0">
                <a:solidFill>
                  <a:srgbClr val="0070C0"/>
                </a:solidFill>
                <a:effectLst/>
                <a:latin typeface="Aleo" panose="00000500000000000000" pitchFamily="2" charset="0"/>
              </a:rPr>
              <a:t>Content suggestions based on your job profile to create tailored resumes specific to your career goals and objectives</a:t>
            </a:r>
          </a:p>
          <a:p>
            <a:pPr algn="l" fontAlgn="base">
              <a:buFont typeface="Arial" panose="020B0604020202020204" pitchFamily="34" charset="0"/>
              <a:buChar char="•"/>
            </a:pPr>
            <a:r>
              <a:rPr lang="en-US" b="0" i="0" dirty="0">
                <a:solidFill>
                  <a:srgbClr val="0070C0"/>
                </a:solidFill>
                <a:effectLst/>
                <a:latin typeface="Aleo" panose="00000500000000000000" pitchFamily="2" charset="0"/>
              </a:rPr>
              <a:t>Automatic formatting options further simplify the process, allowing job seekers to focus on the content of the resume while the tool takes care of the design</a:t>
            </a:r>
          </a:p>
          <a:p>
            <a:pPr algn="l" fontAlgn="base">
              <a:buFont typeface="Arial" panose="020B0604020202020204" pitchFamily="34" charset="0"/>
              <a:buChar char="•"/>
            </a:pPr>
            <a:r>
              <a:rPr lang="en-US" b="0" i="0" dirty="0">
                <a:solidFill>
                  <a:srgbClr val="0070C0"/>
                </a:solidFill>
                <a:effectLst/>
                <a:latin typeface="Aleo" panose="00000500000000000000" pitchFamily="2" charset="0"/>
              </a:rPr>
              <a:t>Keyword optimization to make your resume ATS-friendly and easily searchable by recruiters</a:t>
            </a:r>
          </a:p>
          <a:p>
            <a:endParaRPr lang="en-US" i="0" dirty="0">
              <a:solidFill>
                <a:srgbClr val="0070C0"/>
              </a:solidFill>
              <a:effectLst/>
              <a:latin typeface="Aleo" panose="00000500000000000000" pitchFamily="2" charset="0"/>
            </a:endParaRPr>
          </a:p>
          <a:p>
            <a:endParaRPr lang="en-US" b="1" i="0" dirty="0">
              <a:solidFill>
                <a:srgbClr val="333333"/>
              </a:solidFill>
              <a:effectLst/>
              <a:latin typeface="Barlow Semi Condensed" panose="020B0604020202020204" pitchFamily="2" charset="0"/>
            </a:endParaRPr>
          </a:p>
          <a:p>
            <a:endParaRPr lang="en-US" dirty="0"/>
          </a:p>
        </p:txBody>
      </p:sp>
    </p:spTree>
    <p:extLst>
      <p:ext uri="{BB962C8B-B14F-4D97-AF65-F5344CB8AC3E}">
        <p14:creationId xmlns:p14="http://schemas.microsoft.com/office/powerpoint/2010/main" val="746180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fade">
                                      <p:cBhvr>
                                        <p:cTn id="17" dur="5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fade">
                                      <p:cBhvr>
                                        <p:cTn id="22" dur="500"/>
                                        <p:tgtEl>
                                          <p:spTgt spid="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fade">
                                      <p:cBhvr>
                                        <p:cTn id="27"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3F3626D-5A55-81C6-37F5-8C6256F7D435}"/>
              </a:ext>
            </a:extLst>
          </p:cNvPr>
          <p:cNvSpPr>
            <a:spLocks noGrp="1"/>
          </p:cNvSpPr>
          <p:nvPr>
            <p:ph type="title"/>
          </p:nvPr>
        </p:nvSpPr>
        <p:spPr>
          <a:xfrm>
            <a:off x="838200" y="242372"/>
            <a:ext cx="10515600" cy="771180"/>
          </a:xfrm>
        </p:spPr>
        <p:txBody>
          <a:bodyPr/>
          <a:lstStyle/>
          <a:p>
            <a:r>
              <a:rPr lang="en-US" dirty="0">
                <a:solidFill>
                  <a:srgbClr val="D8A201"/>
                </a:solidFill>
              </a:rPr>
              <a:t>Let AI </a:t>
            </a:r>
            <a:r>
              <a:rPr lang="en-US" u="sng" dirty="0">
                <a:solidFill>
                  <a:srgbClr val="D8A201"/>
                </a:solidFill>
              </a:rPr>
              <a:t>help</a:t>
            </a:r>
            <a:r>
              <a:rPr lang="en-US" dirty="0">
                <a:solidFill>
                  <a:srgbClr val="D8A201"/>
                </a:solidFill>
              </a:rPr>
              <a:t> you build your Resume.</a:t>
            </a:r>
          </a:p>
        </p:txBody>
      </p:sp>
      <p:sp>
        <p:nvSpPr>
          <p:cNvPr id="4" name="Date Placeholder 3">
            <a:extLst>
              <a:ext uri="{FF2B5EF4-FFF2-40B4-BE49-F238E27FC236}">
                <a16:creationId xmlns:a16="http://schemas.microsoft.com/office/drawing/2014/main" id="{7FEF40B7-4473-E8D6-0D28-398E1D86FC0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8D54A57-E55C-764B-8C87-B90E14394D5B}" type="datetime2">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Tuesday, March 11, 2025</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sp>
        <p:nvSpPr>
          <p:cNvPr id="6" name="Content Placeholder 5">
            <a:extLst>
              <a:ext uri="{FF2B5EF4-FFF2-40B4-BE49-F238E27FC236}">
                <a16:creationId xmlns:a16="http://schemas.microsoft.com/office/drawing/2014/main" id="{F6681BEC-A397-7A5A-E35C-6D05B5DB1D71}"/>
              </a:ext>
            </a:extLst>
          </p:cNvPr>
          <p:cNvSpPr>
            <a:spLocks noGrp="1"/>
          </p:cNvSpPr>
          <p:nvPr>
            <p:ph idx="1"/>
          </p:nvPr>
        </p:nvSpPr>
        <p:spPr>
          <a:xfrm>
            <a:off x="838200" y="1156771"/>
            <a:ext cx="10515600" cy="4290600"/>
          </a:xfrm>
        </p:spPr>
        <p:txBody>
          <a:bodyPr>
            <a:normAutofit fontScale="85000" lnSpcReduction="20000"/>
          </a:bodyPr>
          <a:lstStyle/>
          <a:p>
            <a:pPr marL="0" indent="0">
              <a:buNone/>
            </a:pPr>
            <a:r>
              <a:rPr lang="en-US" sz="3300" b="1" u="sng" dirty="0" err="1">
                <a:solidFill>
                  <a:srgbClr val="0070C0"/>
                </a:solidFill>
                <a:latin typeface="Arial" panose="020B0604020202020204" pitchFamily="34" charset="0"/>
                <a:cs typeface="Arial" panose="020B0604020202020204" pitchFamily="34" charset="0"/>
              </a:rPr>
              <a:t>ChatGPT</a:t>
            </a:r>
            <a:r>
              <a:rPr lang="en-US" sz="3300" b="1" u="sng" dirty="0">
                <a:solidFill>
                  <a:srgbClr val="0070C0"/>
                </a:solidFill>
                <a:latin typeface="Arial" panose="020B0604020202020204" pitchFamily="34" charset="0"/>
                <a:cs typeface="Arial" panose="020B0604020202020204" pitchFamily="34" charset="0"/>
              </a:rPr>
              <a:t>- </a:t>
            </a:r>
          </a:p>
          <a:p>
            <a:pPr marL="0" indent="0">
              <a:buNone/>
            </a:pPr>
            <a:r>
              <a:rPr lang="en-US" b="0" i="0" dirty="0">
                <a:solidFill>
                  <a:srgbClr val="0070C0"/>
                </a:solidFill>
                <a:effectLst/>
                <a:latin typeface="Arial" panose="020B0604020202020204" pitchFamily="34" charset="0"/>
                <a:cs typeface="Arial" panose="020B0604020202020204" pitchFamily="34" charset="0"/>
              </a:rPr>
              <a:t>ChatGPT is built on natural language processing (NLP). In short, the bot is trained to understand text the way humans do. It “learns” through the use of data sets or large amounts of information that “teach” the AI how to recognize patterns. From that training, the AI learns how to craft a response that seems relatively life-like</a:t>
            </a:r>
            <a:endParaRPr lang="en-US" b="1" u="sng" dirty="0">
              <a:solidFill>
                <a:srgbClr val="0070C0"/>
              </a:solidFill>
              <a:latin typeface="Arial" panose="020B0604020202020204" pitchFamily="34" charset="0"/>
              <a:cs typeface="Arial" panose="020B0604020202020204" pitchFamily="34" charset="0"/>
            </a:endParaRPr>
          </a:p>
          <a:p>
            <a:pPr marL="0" indent="0">
              <a:buNone/>
            </a:pPr>
            <a:r>
              <a:rPr lang="en-US" sz="3300" b="1" u="sng" dirty="0">
                <a:solidFill>
                  <a:srgbClr val="0070C0"/>
                </a:solidFill>
                <a:latin typeface="Arial" panose="020B0604020202020204" pitchFamily="34" charset="0"/>
                <a:cs typeface="Arial" panose="020B0604020202020204" pitchFamily="34" charset="0"/>
              </a:rPr>
              <a:t>Sites:</a:t>
            </a:r>
            <a:endParaRPr lang="en-US" sz="3300" dirty="0">
              <a:solidFill>
                <a:srgbClr val="0070C0"/>
              </a:solidFill>
              <a:latin typeface="Arial" panose="020B0604020202020204" pitchFamily="34" charset="0"/>
              <a:cs typeface="Arial" panose="020B0604020202020204" pitchFamily="34" charset="0"/>
            </a:endParaRPr>
          </a:p>
          <a:p>
            <a:r>
              <a:rPr lang="en-US" b="0" i="0" dirty="0" err="1">
                <a:solidFill>
                  <a:srgbClr val="0070C0"/>
                </a:solidFill>
                <a:effectLst/>
                <a:latin typeface="Arial" panose="020B0604020202020204" pitchFamily="34" charset="0"/>
                <a:cs typeface="Arial" panose="020B0604020202020204" pitchFamily="34" charset="0"/>
              </a:rPr>
              <a:t>Zety</a:t>
            </a:r>
            <a:r>
              <a:rPr lang="en-US" b="0" i="0" dirty="0">
                <a:solidFill>
                  <a:srgbClr val="0070C0"/>
                </a:solidFill>
                <a:effectLst/>
                <a:latin typeface="Arial" panose="020B0604020202020204" pitchFamily="34" charset="0"/>
                <a:cs typeface="Arial" panose="020B0604020202020204" pitchFamily="34" charset="0"/>
              </a:rPr>
              <a:t> Resume Builder - </a:t>
            </a:r>
            <a:r>
              <a:rPr lang="en-US" b="0" i="0" dirty="0">
                <a:solidFill>
                  <a:srgbClr val="0070C0"/>
                </a:solidFill>
                <a:effectLst/>
                <a:latin typeface="Arial" panose="020B06040202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https://zety.com/resume-builder</a:t>
            </a:r>
            <a:endParaRPr lang="en-US" b="0" i="0" dirty="0">
              <a:solidFill>
                <a:srgbClr val="0070C0"/>
              </a:solidFill>
              <a:effectLst/>
              <a:latin typeface="Arial" panose="020B0604020202020204" pitchFamily="34" charset="0"/>
              <a:cs typeface="Arial" panose="020B0604020202020204" pitchFamily="34" charset="0"/>
            </a:endParaRPr>
          </a:p>
          <a:p>
            <a:r>
              <a:rPr lang="en-US" b="0" i="0" dirty="0">
                <a:solidFill>
                  <a:srgbClr val="0070C0"/>
                </a:solidFill>
                <a:effectLst/>
                <a:latin typeface="Arial" panose="020B0604020202020204" pitchFamily="34" charset="0"/>
                <a:cs typeface="Arial" panose="020B0604020202020204" pitchFamily="34" charset="0"/>
              </a:rPr>
              <a:t>Resume-Now - </a:t>
            </a:r>
            <a:r>
              <a:rPr lang="en-US" b="0" i="0" dirty="0">
                <a:solidFill>
                  <a:srgbClr val="0070C0"/>
                </a:solidFill>
                <a:effectLst/>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https://www.resume-now.com/</a:t>
            </a:r>
            <a:endParaRPr lang="en-US" b="0" i="0" dirty="0">
              <a:solidFill>
                <a:srgbClr val="0070C0"/>
              </a:solidFill>
              <a:effectLst/>
              <a:latin typeface="Arial" panose="020B0604020202020204" pitchFamily="34" charset="0"/>
              <a:cs typeface="Arial" panose="020B0604020202020204" pitchFamily="34" charset="0"/>
            </a:endParaRPr>
          </a:p>
          <a:p>
            <a:r>
              <a:rPr lang="it-IT" b="0" i="0" dirty="0">
                <a:solidFill>
                  <a:srgbClr val="0070C0"/>
                </a:solidFill>
                <a:effectLst/>
                <a:latin typeface="Arial" panose="020B0604020202020204" pitchFamily="34" charset="0"/>
                <a:cs typeface="Arial" panose="020B0604020202020204" pitchFamily="34" charset="0"/>
              </a:rPr>
              <a:t>Rezi AI Resume Builder - </a:t>
            </a:r>
            <a:r>
              <a:rPr lang="it-IT" b="0" i="0" dirty="0">
                <a:solidFill>
                  <a:srgbClr val="0070C0"/>
                </a:solidFill>
                <a:effectLst/>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https://www.rezi.io/</a:t>
            </a:r>
            <a:endParaRPr lang="it-IT" b="0" i="0" dirty="0">
              <a:solidFill>
                <a:srgbClr val="0070C0"/>
              </a:solidFill>
              <a:effectLst/>
              <a:latin typeface="Arial" panose="020B0604020202020204" pitchFamily="34" charset="0"/>
              <a:cs typeface="Arial" panose="020B0604020202020204" pitchFamily="34" charset="0"/>
            </a:endParaRPr>
          </a:p>
          <a:p>
            <a:r>
              <a:rPr lang="it-IT" dirty="0">
                <a:solidFill>
                  <a:srgbClr val="0070C0"/>
                </a:solidFill>
                <a:latin typeface="Arial" panose="020B0604020202020204" pitchFamily="34" charset="0"/>
                <a:cs typeface="Arial" panose="020B0604020202020204" pitchFamily="34" charset="0"/>
              </a:rPr>
              <a:t>Kickresume – </a:t>
            </a:r>
            <a:r>
              <a:rPr lang="it-IT" dirty="0">
                <a:solidFill>
                  <a:srgbClr val="0070C0"/>
                </a:solidFill>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https://www.kickresume.com/en/</a:t>
            </a:r>
            <a:endParaRPr lang="it-IT" dirty="0">
              <a:solidFill>
                <a:srgbClr val="0070C0"/>
              </a:solidFill>
              <a:latin typeface="Arial" panose="020B0604020202020204" pitchFamily="34" charset="0"/>
              <a:cs typeface="Arial" panose="020B0604020202020204" pitchFamily="34" charset="0"/>
            </a:endParaRPr>
          </a:p>
          <a:p>
            <a:r>
              <a:rPr lang="it-IT" b="0" i="0" dirty="0">
                <a:solidFill>
                  <a:srgbClr val="0070C0"/>
                </a:solidFill>
                <a:effectLst/>
                <a:latin typeface="Arial" panose="020B0604020202020204" pitchFamily="34" charset="0"/>
                <a:cs typeface="Arial" panose="020B0604020202020204" pitchFamily="34" charset="0"/>
              </a:rPr>
              <a:t>Teal - </a:t>
            </a:r>
            <a:r>
              <a:rPr lang="it-IT" b="0" i="0" dirty="0">
                <a:solidFill>
                  <a:srgbClr val="0070C0"/>
                </a:solidFill>
                <a:effectLst/>
                <a:latin typeface="Arial" panose="020B0604020202020204" pitchFamily="34" charset="0"/>
                <a:cs typeface="Arial" panose="020B0604020202020204" pitchFamily="34" charset="0"/>
                <a:hlinkClick r:id="rId6">
                  <a:extLst>
                    <a:ext uri="{A12FA001-AC4F-418D-AE19-62706E023703}">
                      <ahyp:hlinkClr xmlns:ahyp="http://schemas.microsoft.com/office/drawing/2018/hyperlinkcolor" val="tx"/>
                    </a:ext>
                  </a:extLst>
                </a:hlinkClick>
              </a:rPr>
              <a:t>https://www.tealhq.com/</a:t>
            </a:r>
            <a:endParaRPr lang="it-IT" b="0" i="0" dirty="0">
              <a:solidFill>
                <a:srgbClr val="0070C0"/>
              </a:solidFill>
              <a:effectLst/>
              <a:latin typeface="Arial" panose="020B0604020202020204" pitchFamily="34" charset="0"/>
              <a:cs typeface="Arial" panose="020B0604020202020204" pitchFamily="34" charset="0"/>
            </a:endParaRPr>
          </a:p>
          <a:p>
            <a:endParaRPr lang="it-IT" b="0" i="0" dirty="0">
              <a:effectLst/>
              <a:latin typeface="-apple-system"/>
            </a:endParaRPr>
          </a:p>
          <a:p>
            <a:endParaRPr lang="en-US" b="0" i="0" dirty="0">
              <a:effectLst/>
              <a:latin typeface="-apple-system"/>
            </a:endParaRPr>
          </a:p>
          <a:p>
            <a:endParaRPr lang="en-US" dirty="0"/>
          </a:p>
          <a:p>
            <a:endParaRPr lang="en-US" dirty="0"/>
          </a:p>
        </p:txBody>
      </p:sp>
    </p:spTree>
    <p:extLst>
      <p:ext uri="{BB962C8B-B14F-4D97-AF65-F5344CB8AC3E}">
        <p14:creationId xmlns:p14="http://schemas.microsoft.com/office/powerpoint/2010/main" val="1452823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fade">
                                      <p:cBhvr>
                                        <p:cTn id="17" dur="500"/>
                                        <p:tgtEl>
                                          <p:spTgt spid="6">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6">
                                            <p:txEl>
                                              <p:pRg st="4" end="4"/>
                                            </p:txEl>
                                          </p:spTgt>
                                        </p:tgtEl>
                                        <p:attrNameLst>
                                          <p:attrName>style.visibility</p:attrName>
                                        </p:attrNameLst>
                                      </p:cBhvr>
                                      <p:to>
                                        <p:strVal val="visible"/>
                                      </p:to>
                                    </p:set>
                                    <p:animEffect transition="in" filter="fade">
                                      <p:cBhvr>
                                        <p:cTn id="20" dur="500"/>
                                        <p:tgtEl>
                                          <p:spTgt spid="6">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animEffect transition="in" filter="fade">
                                      <p:cBhvr>
                                        <p:cTn id="23" dur="500"/>
                                        <p:tgtEl>
                                          <p:spTgt spid="6">
                                            <p:txEl>
                                              <p:pRg st="5" end="5"/>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6">
                                            <p:txEl>
                                              <p:pRg st="6" end="6"/>
                                            </p:txEl>
                                          </p:spTgt>
                                        </p:tgtEl>
                                        <p:attrNameLst>
                                          <p:attrName>style.visibility</p:attrName>
                                        </p:attrNameLst>
                                      </p:cBhvr>
                                      <p:to>
                                        <p:strVal val="visible"/>
                                      </p:to>
                                    </p:set>
                                    <p:animEffect transition="in" filter="fade">
                                      <p:cBhvr>
                                        <p:cTn id="26" dur="500"/>
                                        <p:tgtEl>
                                          <p:spTgt spid="6">
                                            <p:txEl>
                                              <p:pRg st="6" end="6"/>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6">
                                            <p:txEl>
                                              <p:pRg st="7" end="7"/>
                                            </p:txEl>
                                          </p:spTgt>
                                        </p:tgtEl>
                                        <p:attrNameLst>
                                          <p:attrName>style.visibility</p:attrName>
                                        </p:attrNameLst>
                                      </p:cBhvr>
                                      <p:to>
                                        <p:strVal val="visible"/>
                                      </p:to>
                                    </p:set>
                                    <p:animEffect transition="in" filter="fade">
                                      <p:cBhvr>
                                        <p:cTn id="29"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3F3626D-5A55-81C6-37F5-8C6256F7D435}"/>
              </a:ext>
            </a:extLst>
          </p:cNvPr>
          <p:cNvSpPr>
            <a:spLocks noGrp="1"/>
          </p:cNvSpPr>
          <p:nvPr>
            <p:ph type="title"/>
          </p:nvPr>
        </p:nvSpPr>
        <p:spPr>
          <a:xfrm>
            <a:off x="838200" y="264406"/>
            <a:ext cx="10515600" cy="495758"/>
          </a:xfrm>
        </p:spPr>
        <p:txBody>
          <a:bodyPr>
            <a:normAutofit fontScale="90000"/>
          </a:bodyPr>
          <a:lstStyle/>
          <a:p>
            <a:pPr algn="l"/>
            <a:r>
              <a:rPr lang="en-US" dirty="0"/>
              <a:t>Resume Example:</a:t>
            </a:r>
          </a:p>
        </p:txBody>
      </p:sp>
      <p:sp>
        <p:nvSpPr>
          <p:cNvPr id="4" name="Date Placeholder 3">
            <a:extLst>
              <a:ext uri="{FF2B5EF4-FFF2-40B4-BE49-F238E27FC236}">
                <a16:creationId xmlns:a16="http://schemas.microsoft.com/office/drawing/2014/main" id="{7FEF40B7-4473-E8D6-0D28-398E1D86FC0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8D54A57-E55C-764B-8C87-B90E14394D5B}" type="datetime2">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Tuesday, March 11, 2025</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88F97342-02ED-A850-1D4F-3D5D8B3DD2EC}"/>
              </a:ext>
            </a:extLst>
          </p:cNvPr>
          <p:cNvSpPr>
            <a:spLocks noGrp="1"/>
          </p:cNvSpPr>
          <p:nvPr>
            <p:ph idx="1"/>
          </p:nvPr>
        </p:nvSpPr>
        <p:spPr/>
        <p:txBody>
          <a:bodyPr/>
          <a:lstStyle/>
          <a:p>
            <a:endParaRPr lang="en-US" dirty="0"/>
          </a:p>
        </p:txBody>
      </p:sp>
      <p:graphicFrame>
        <p:nvGraphicFramePr>
          <p:cNvPr id="6" name="Object 5">
            <a:extLst>
              <a:ext uri="{FF2B5EF4-FFF2-40B4-BE49-F238E27FC236}">
                <a16:creationId xmlns:a16="http://schemas.microsoft.com/office/drawing/2014/main" id="{34A81EFD-E16E-7E94-D565-99F66D52DA5E}"/>
              </a:ext>
            </a:extLst>
          </p:cNvPr>
          <p:cNvGraphicFramePr>
            <a:graphicFrameLocks noChangeAspect="1"/>
          </p:cNvGraphicFramePr>
          <p:nvPr>
            <p:extLst>
              <p:ext uri="{D42A27DB-BD31-4B8C-83A1-F6EECF244321}">
                <p14:modId xmlns:p14="http://schemas.microsoft.com/office/powerpoint/2010/main" val="1534772281"/>
              </p:ext>
            </p:extLst>
          </p:nvPr>
        </p:nvGraphicFramePr>
        <p:xfrm>
          <a:off x="5310130" y="388377"/>
          <a:ext cx="5992870" cy="5692934"/>
        </p:xfrm>
        <a:graphic>
          <a:graphicData uri="http://schemas.openxmlformats.org/presentationml/2006/ole">
            <mc:AlternateContent xmlns:mc="http://schemas.openxmlformats.org/markup-compatibility/2006">
              <mc:Choice xmlns:v="urn:schemas-microsoft-com:vml" Requires="v">
                <p:oleObj name="Document" r:id="rId2" imgW="6857129" imgH="8345204" progId="Word.Document.12">
                  <p:embed/>
                </p:oleObj>
              </mc:Choice>
              <mc:Fallback>
                <p:oleObj name="Document" r:id="rId2" imgW="6857129" imgH="8345204" progId="Word.Document.12">
                  <p:embed/>
                  <p:pic>
                    <p:nvPicPr>
                      <p:cNvPr id="6" name="Object 5">
                        <a:extLst>
                          <a:ext uri="{FF2B5EF4-FFF2-40B4-BE49-F238E27FC236}">
                            <a16:creationId xmlns:a16="http://schemas.microsoft.com/office/drawing/2014/main" id="{34A81EFD-E16E-7E94-D565-99F66D52DA5E}"/>
                          </a:ext>
                        </a:extLst>
                      </p:cNvPr>
                      <p:cNvPicPr/>
                      <p:nvPr/>
                    </p:nvPicPr>
                    <p:blipFill>
                      <a:blip r:embed="rId3"/>
                      <a:stretch>
                        <a:fillRect/>
                      </a:stretch>
                    </p:blipFill>
                    <p:spPr>
                      <a:xfrm>
                        <a:off x="5310130" y="388377"/>
                        <a:ext cx="5992870" cy="5692934"/>
                      </a:xfrm>
                      <a:prstGeom prst="rect">
                        <a:avLst/>
                      </a:prstGeom>
                    </p:spPr>
                  </p:pic>
                </p:oleObj>
              </mc:Fallback>
            </mc:AlternateContent>
          </a:graphicData>
        </a:graphic>
      </p:graphicFrame>
    </p:spTree>
    <p:extLst>
      <p:ext uri="{BB962C8B-B14F-4D97-AF65-F5344CB8AC3E}">
        <p14:creationId xmlns:p14="http://schemas.microsoft.com/office/powerpoint/2010/main" val="25587596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38401-FD22-0D8D-5B8C-01D83002998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1B412BA-7ADF-9019-AD11-A65489FB02A7}"/>
              </a:ext>
            </a:extLst>
          </p:cNvPr>
          <p:cNvSpPr>
            <a:spLocks noGrp="1"/>
          </p:cNvSpPr>
          <p:nvPr>
            <p:ph type="title"/>
          </p:nvPr>
        </p:nvSpPr>
        <p:spPr>
          <a:xfrm>
            <a:off x="838200" y="264406"/>
            <a:ext cx="10515600" cy="495758"/>
          </a:xfrm>
        </p:spPr>
        <p:txBody>
          <a:bodyPr>
            <a:normAutofit fontScale="90000"/>
          </a:bodyPr>
          <a:lstStyle/>
          <a:p>
            <a:pPr algn="l"/>
            <a:r>
              <a:rPr lang="en-US" dirty="0"/>
              <a:t>Resume Example:</a:t>
            </a:r>
          </a:p>
        </p:txBody>
      </p:sp>
      <p:sp>
        <p:nvSpPr>
          <p:cNvPr id="4" name="Date Placeholder 3">
            <a:extLst>
              <a:ext uri="{FF2B5EF4-FFF2-40B4-BE49-F238E27FC236}">
                <a16:creationId xmlns:a16="http://schemas.microsoft.com/office/drawing/2014/main" id="{48BC863C-462A-E1A6-BB72-5F9AEEAB652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8D54A57-E55C-764B-8C87-B90E14394D5B}" type="datetime2">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Tuesday, March 11, 2025</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F6F6E31F-CBDD-2E93-35DE-380DF216C786}"/>
              </a:ext>
            </a:extLst>
          </p:cNvPr>
          <p:cNvSpPr>
            <a:spLocks noGrp="1"/>
          </p:cNvSpPr>
          <p:nvPr>
            <p:ph idx="1"/>
          </p:nvPr>
        </p:nvSpPr>
        <p:spPr>
          <a:xfrm>
            <a:off x="838200" y="760165"/>
            <a:ext cx="10515600" cy="4687206"/>
          </a:xfrm>
        </p:spPr>
        <p:txBody>
          <a:bodyPr/>
          <a:lstStyle/>
          <a:p>
            <a:endParaRPr lang="en-US" dirty="0"/>
          </a:p>
        </p:txBody>
      </p:sp>
      <p:graphicFrame>
        <p:nvGraphicFramePr>
          <p:cNvPr id="2" name="Object 1">
            <a:extLst>
              <a:ext uri="{FF2B5EF4-FFF2-40B4-BE49-F238E27FC236}">
                <a16:creationId xmlns:a16="http://schemas.microsoft.com/office/drawing/2014/main" id="{47BAC74D-C909-0CCC-DECE-826A915E9ACD}"/>
              </a:ext>
            </a:extLst>
          </p:cNvPr>
          <p:cNvGraphicFramePr>
            <a:graphicFrameLocks noChangeAspect="1"/>
          </p:cNvGraphicFramePr>
          <p:nvPr>
            <p:extLst>
              <p:ext uri="{D42A27DB-BD31-4B8C-83A1-F6EECF244321}">
                <p14:modId xmlns:p14="http://schemas.microsoft.com/office/powerpoint/2010/main" val="3261682790"/>
              </p:ext>
            </p:extLst>
          </p:nvPr>
        </p:nvGraphicFramePr>
        <p:xfrm>
          <a:off x="4328961" y="115676"/>
          <a:ext cx="6434519" cy="6240674"/>
        </p:xfrm>
        <a:graphic>
          <a:graphicData uri="http://schemas.openxmlformats.org/presentationml/2006/ole">
            <mc:AlternateContent xmlns:mc="http://schemas.openxmlformats.org/markup-compatibility/2006">
              <mc:Choice xmlns:v="urn:schemas-microsoft-com:vml" Requires="v">
                <p:oleObj name="Acrobat Document" r:id="rId2" imgW="5829257" imgH="7543568" progId="Acrobat.Document.DC">
                  <p:embed/>
                </p:oleObj>
              </mc:Choice>
              <mc:Fallback>
                <p:oleObj name="Acrobat Document" r:id="rId2" imgW="5829257" imgH="7543568" progId="Acrobat.Document.DC">
                  <p:embed/>
                  <p:pic>
                    <p:nvPicPr>
                      <p:cNvPr id="2" name="Object 1">
                        <a:extLst>
                          <a:ext uri="{FF2B5EF4-FFF2-40B4-BE49-F238E27FC236}">
                            <a16:creationId xmlns:a16="http://schemas.microsoft.com/office/drawing/2014/main" id="{47BAC74D-C909-0CCC-DECE-826A915E9ACD}"/>
                          </a:ext>
                        </a:extLst>
                      </p:cNvPr>
                      <p:cNvPicPr/>
                      <p:nvPr/>
                    </p:nvPicPr>
                    <p:blipFill>
                      <a:blip r:embed="rId3"/>
                      <a:stretch>
                        <a:fillRect/>
                      </a:stretch>
                    </p:blipFill>
                    <p:spPr>
                      <a:xfrm>
                        <a:off x="4328961" y="115676"/>
                        <a:ext cx="6434519" cy="6240674"/>
                      </a:xfrm>
                      <a:prstGeom prst="rect">
                        <a:avLst/>
                      </a:prstGeom>
                    </p:spPr>
                  </p:pic>
                </p:oleObj>
              </mc:Fallback>
            </mc:AlternateContent>
          </a:graphicData>
        </a:graphic>
      </p:graphicFrame>
    </p:spTree>
    <p:extLst>
      <p:ext uri="{BB962C8B-B14F-4D97-AF65-F5344CB8AC3E}">
        <p14:creationId xmlns:p14="http://schemas.microsoft.com/office/powerpoint/2010/main" val="25082844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499B1-DC7A-CC36-BD1E-68B94919298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02202B2-7DBE-C8AE-DB0E-6C5D01327D03}"/>
              </a:ext>
            </a:extLst>
          </p:cNvPr>
          <p:cNvSpPr>
            <a:spLocks noGrp="1"/>
          </p:cNvSpPr>
          <p:nvPr>
            <p:ph type="title"/>
          </p:nvPr>
        </p:nvSpPr>
        <p:spPr>
          <a:xfrm>
            <a:off x="838200" y="365126"/>
            <a:ext cx="10515600" cy="604358"/>
          </a:xfrm>
        </p:spPr>
        <p:txBody>
          <a:bodyPr>
            <a:noAutofit/>
          </a:bodyPr>
          <a:lstStyle/>
          <a:p>
            <a:r>
              <a:rPr lang="en-US" sz="4000" b="1" dirty="0">
                <a:solidFill>
                  <a:srgbClr val="D8A201"/>
                </a:solidFill>
                <a:latin typeface="Arial" panose="020B0604020202020204" pitchFamily="34" charset="0"/>
                <a:cs typeface="Arial" panose="020B0604020202020204" pitchFamily="34" charset="0"/>
              </a:rPr>
              <a:t>EDL Survey  </a:t>
            </a:r>
          </a:p>
        </p:txBody>
      </p:sp>
      <p:sp>
        <p:nvSpPr>
          <p:cNvPr id="4" name="Date Placeholder 3">
            <a:extLst>
              <a:ext uri="{FF2B5EF4-FFF2-40B4-BE49-F238E27FC236}">
                <a16:creationId xmlns:a16="http://schemas.microsoft.com/office/drawing/2014/main" id="{B2404ADD-6833-FA81-D1D3-2F3E1FA9609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8D54A57-E55C-764B-8C87-B90E14394D5B}" type="datetime2">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Tuesday, March 11, 2025</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E186595F-14B4-DD4D-5D44-C56ED38BF419}"/>
              </a:ext>
            </a:extLst>
          </p:cNvPr>
          <p:cNvSpPr>
            <a:spLocks noGrp="1"/>
          </p:cNvSpPr>
          <p:nvPr>
            <p:ph idx="1"/>
          </p:nvPr>
        </p:nvSpPr>
        <p:spPr>
          <a:xfrm>
            <a:off x="838200" y="1277957"/>
            <a:ext cx="10515600" cy="4169413"/>
          </a:xfrm>
        </p:spPr>
        <p:txBody>
          <a:bodyPr>
            <a:normAutofit/>
          </a:bodyPr>
          <a:lstStyle/>
          <a:p>
            <a:endParaRPr lang="en-US" dirty="0"/>
          </a:p>
          <a:p>
            <a:pPr marL="0" indent="0" algn="ctr">
              <a:buNone/>
            </a:pPr>
            <a:endParaRPr lang="en-US" sz="3200" b="1" dirty="0">
              <a:solidFill>
                <a:srgbClr val="0070C0"/>
              </a:solidFill>
              <a:latin typeface="Arial" panose="020B0604020202020204" pitchFamily="34" charset="0"/>
              <a:cs typeface="Arial" panose="020B0604020202020204" pitchFamily="34" charset="0"/>
            </a:endParaRPr>
          </a:p>
          <a:p>
            <a:pPr algn="ctr"/>
            <a:endParaRPr lang="en-US" sz="3200" b="1" dirty="0">
              <a:solidFill>
                <a:srgbClr val="0070C0"/>
              </a:solidFill>
              <a:latin typeface="Arial" panose="020B0604020202020204" pitchFamily="34" charset="0"/>
              <a:cs typeface="Arial" panose="020B0604020202020204" pitchFamily="34" charset="0"/>
            </a:endParaRPr>
          </a:p>
          <a:p>
            <a:pPr algn="ctr"/>
            <a:endParaRPr lang="en-US" sz="3200" b="1" dirty="0">
              <a:solidFill>
                <a:srgbClr val="0070C0"/>
              </a:solidFill>
              <a:latin typeface="Arial" panose="020B0604020202020204" pitchFamily="34" charset="0"/>
              <a:cs typeface="Arial" panose="020B0604020202020204" pitchFamily="34" charset="0"/>
            </a:endParaRPr>
          </a:p>
          <a:p>
            <a:pPr algn="ctr"/>
            <a:endParaRPr lang="en-US" sz="3200" b="1" dirty="0">
              <a:solidFill>
                <a:srgbClr val="0070C0"/>
              </a:solidFill>
              <a:latin typeface="Arial" panose="020B0604020202020204" pitchFamily="34" charset="0"/>
              <a:cs typeface="Arial" panose="020B0604020202020204" pitchFamily="34" charset="0"/>
            </a:endParaRPr>
          </a:p>
          <a:p>
            <a:pPr algn="ctr"/>
            <a:endParaRPr lang="en-US" sz="3200" b="1" dirty="0">
              <a:solidFill>
                <a:srgbClr val="0070C0"/>
              </a:solidFill>
              <a:latin typeface="Arial" panose="020B0604020202020204" pitchFamily="34" charset="0"/>
              <a:cs typeface="Arial" panose="020B0604020202020204" pitchFamily="34" charset="0"/>
            </a:endParaRPr>
          </a:p>
          <a:p>
            <a:pPr algn="ctr"/>
            <a:endParaRPr lang="en-US" sz="3200" b="1" dirty="0">
              <a:solidFill>
                <a:srgbClr val="0070C0"/>
              </a:solidFill>
              <a:latin typeface="Arial" panose="020B0604020202020204" pitchFamily="34" charset="0"/>
              <a:cs typeface="Arial" panose="020B0604020202020204" pitchFamily="34" charset="0"/>
            </a:endParaRPr>
          </a:p>
        </p:txBody>
      </p:sp>
      <p:pic>
        <p:nvPicPr>
          <p:cNvPr id="3" name="Picture 2" descr="A qr code on a grey background&#10;&#10;AI-generated content may be incorrect.">
            <a:extLst>
              <a:ext uri="{FF2B5EF4-FFF2-40B4-BE49-F238E27FC236}">
                <a16:creationId xmlns:a16="http://schemas.microsoft.com/office/drawing/2014/main" id="{C0B4A75F-69FC-32B5-E919-C702798B3E24}"/>
              </a:ext>
            </a:extLst>
          </p:cNvPr>
          <p:cNvPicPr>
            <a:picLocks noChangeAspect="1"/>
          </p:cNvPicPr>
          <p:nvPr/>
        </p:nvPicPr>
        <p:blipFill>
          <a:blip r:embed="rId2"/>
          <a:stretch>
            <a:fillRect/>
          </a:stretch>
        </p:blipFill>
        <p:spPr>
          <a:xfrm>
            <a:off x="3804144" y="1070807"/>
            <a:ext cx="4583712" cy="4583712"/>
          </a:xfrm>
          <a:prstGeom prst="rect">
            <a:avLst/>
          </a:prstGeom>
        </p:spPr>
      </p:pic>
    </p:spTree>
    <p:extLst>
      <p:ext uri="{BB962C8B-B14F-4D97-AF65-F5344CB8AC3E}">
        <p14:creationId xmlns:p14="http://schemas.microsoft.com/office/powerpoint/2010/main" val="42237890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333AA-3E73-0651-594E-0DC62B47308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AC56095-B020-BB3D-458D-FED6D89C228B}"/>
              </a:ext>
            </a:extLst>
          </p:cNvPr>
          <p:cNvSpPr>
            <a:spLocks noGrp="1"/>
          </p:cNvSpPr>
          <p:nvPr>
            <p:ph type="title"/>
          </p:nvPr>
        </p:nvSpPr>
        <p:spPr>
          <a:xfrm>
            <a:off x="838200" y="365126"/>
            <a:ext cx="10515600" cy="604358"/>
          </a:xfrm>
        </p:spPr>
        <p:txBody>
          <a:bodyPr>
            <a:noAutofit/>
          </a:bodyPr>
          <a:lstStyle/>
          <a:p>
            <a:r>
              <a:rPr lang="en-US" sz="4000" b="1" dirty="0">
                <a:solidFill>
                  <a:srgbClr val="D8A201"/>
                </a:solidFill>
                <a:latin typeface="Arial" panose="020B0604020202020204" pitchFamily="34" charset="0"/>
                <a:cs typeface="Arial" panose="020B0604020202020204" pitchFamily="34" charset="0"/>
              </a:rPr>
              <a:t>End of class Survey.  </a:t>
            </a:r>
          </a:p>
        </p:txBody>
      </p:sp>
      <p:sp>
        <p:nvSpPr>
          <p:cNvPr id="4" name="Date Placeholder 3">
            <a:extLst>
              <a:ext uri="{FF2B5EF4-FFF2-40B4-BE49-F238E27FC236}">
                <a16:creationId xmlns:a16="http://schemas.microsoft.com/office/drawing/2014/main" id="{FD1F3BEF-0257-E6FB-FB1A-7779AE3B1DA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8D54A57-E55C-764B-8C87-B90E14394D5B}" type="datetime2">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Tuesday, March 11, 2025</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081187C7-10B3-3737-0983-E24092142782}"/>
              </a:ext>
            </a:extLst>
          </p:cNvPr>
          <p:cNvSpPr>
            <a:spLocks noGrp="1"/>
          </p:cNvSpPr>
          <p:nvPr>
            <p:ph idx="1"/>
          </p:nvPr>
        </p:nvSpPr>
        <p:spPr>
          <a:xfrm>
            <a:off x="838200" y="1277957"/>
            <a:ext cx="10515600" cy="4169413"/>
          </a:xfrm>
        </p:spPr>
        <p:txBody>
          <a:bodyPr>
            <a:normAutofit/>
          </a:bodyPr>
          <a:lstStyle/>
          <a:p>
            <a:endParaRPr lang="en-US" dirty="0"/>
          </a:p>
          <a:p>
            <a:pPr marL="0" indent="0" algn="ctr">
              <a:buNone/>
            </a:pPr>
            <a:endParaRPr lang="en-US" sz="3200" b="1" dirty="0">
              <a:solidFill>
                <a:srgbClr val="0070C0"/>
              </a:solidFill>
              <a:latin typeface="Arial" panose="020B0604020202020204" pitchFamily="34" charset="0"/>
              <a:cs typeface="Arial" panose="020B0604020202020204" pitchFamily="34" charset="0"/>
            </a:endParaRPr>
          </a:p>
          <a:p>
            <a:pPr algn="ctr"/>
            <a:endParaRPr lang="en-US" sz="3200" b="1" dirty="0">
              <a:solidFill>
                <a:srgbClr val="0070C0"/>
              </a:solidFill>
              <a:latin typeface="Arial" panose="020B0604020202020204" pitchFamily="34" charset="0"/>
              <a:cs typeface="Arial" panose="020B0604020202020204" pitchFamily="34" charset="0"/>
            </a:endParaRPr>
          </a:p>
          <a:p>
            <a:pPr algn="ctr"/>
            <a:endParaRPr lang="en-US" sz="3200" b="1" dirty="0">
              <a:solidFill>
                <a:srgbClr val="0070C0"/>
              </a:solidFill>
              <a:latin typeface="Arial" panose="020B0604020202020204" pitchFamily="34" charset="0"/>
              <a:cs typeface="Arial" panose="020B0604020202020204" pitchFamily="34" charset="0"/>
            </a:endParaRPr>
          </a:p>
          <a:p>
            <a:pPr algn="ctr"/>
            <a:endParaRPr lang="en-US" sz="3200" b="1" dirty="0">
              <a:solidFill>
                <a:srgbClr val="0070C0"/>
              </a:solidFill>
              <a:latin typeface="Arial" panose="020B0604020202020204" pitchFamily="34" charset="0"/>
              <a:cs typeface="Arial" panose="020B0604020202020204" pitchFamily="34" charset="0"/>
            </a:endParaRPr>
          </a:p>
          <a:p>
            <a:pPr algn="ctr"/>
            <a:endParaRPr lang="en-US" sz="3200" b="1" dirty="0">
              <a:solidFill>
                <a:srgbClr val="0070C0"/>
              </a:solidFill>
              <a:latin typeface="Arial" panose="020B0604020202020204" pitchFamily="34" charset="0"/>
              <a:cs typeface="Arial" panose="020B0604020202020204" pitchFamily="34" charset="0"/>
            </a:endParaRPr>
          </a:p>
          <a:p>
            <a:pPr algn="ctr"/>
            <a:endParaRPr lang="en-US" sz="3200" b="1" dirty="0">
              <a:solidFill>
                <a:srgbClr val="0070C0"/>
              </a:solidFill>
              <a:latin typeface="Arial" panose="020B0604020202020204" pitchFamily="34" charset="0"/>
              <a:cs typeface="Arial" panose="020B0604020202020204" pitchFamily="34" charset="0"/>
            </a:endParaRPr>
          </a:p>
        </p:txBody>
      </p:sp>
      <p:pic>
        <p:nvPicPr>
          <p:cNvPr id="3" name="Picture 2" descr="A qr code on a grey background&#10;&#10;AI-generated content may be incorrect.">
            <a:extLst>
              <a:ext uri="{FF2B5EF4-FFF2-40B4-BE49-F238E27FC236}">
                <a16:creationId xmlns:a16="http://schemas.microsoft.com/office/drawing/2014/main" id="{00F66D4E-6658-633E-37CB-BA1A98A322EC}"/>
              </a:ext>
            </a:extLst>
          </p:cNvPr>
          <p:cNvPicPr>
            <a:picLocks noChangeAspect="1"/>
          </p:cNvPicPr>
          <p:nvPr/>
        </p:nvPicPr>
        <p:blipFill>
          <a:blip r:embed="rId2"/>
          <a:stretch>
            <a:fillRect/>
          </a:stretch>
        </p:blipFill>
        <p:spPr>
          <a:xfrm>
            <a:off x="3738043" y="1071043"/>
            <a:ext cx="4715914" cy="4715914"/>
          </a:xfrm>
          <a:prstGeom prst="rect">
            <a:avLst/>
          </a:prstGeom>
        </p:spPr>
      </p:pic>
    </p:spTree>
    <p:extLst>
      <p:ext uri="{BB962C8B-B14F-4D97-AF65-F5344CB8AC3E}">
        <p14:creationId xmlns:p14="http://schemas.microsoft.com/office/powerpoint/2010/main" val="36046954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4346F-D24B-0141-B35D-7367BB5C4C62}"/>
              </a:ext>
            </a:extLst>
          </p:cNvPr>
          <p:cNvSpPr>
            <a:spLocks noGrp="1"/>
          </p:cNvSpPr>
          <p:nvPr>
            <p:ph type="title"/>
          </p:nvPr>
        </p:nvSpPr>
        <p:spPr>
          <a:ln>
            <a:noFill/>
          </a:ln>
        </p:spPr>
        <p:txBody>
          <a:bodyPr/>
          <a:lstStyle/>
          <a:p>
            <a:r>
              <a:rPr lang="en-US" dirty="0">
                <a:solidFill>
                  <a:schemeClr val="bg1"/>
                </a:solidFill>
              </a:rPr>
              <a:t>Assignments</a:t>
            </a:r>
          </a:p>
        </p:txBody>
      </p:sp>
      <p:sp>
        <p:nvSpPr>
          <p:cNvPr id="3" name="Content Placeholder 2">
            <a:extLst>
              <a:ext uri="{FF2B5EF4-FFF2-40B4-BE49-F238E27FC236}">
                <a16:creationId xmlns:a16="http://schemas.microsoft.com/office/drawing/2014/main" id="{6592E483-0B72-764E-9A43-53E7B81E64D0}"/>
              </a:ext>
            </a:extLst>
          </p:cNvPr>
          <p:cNvSpPr>
            <a:spLocks noGrp="1"/>
          </p:cNvSpPr>
          <p:nvPr>
            <p:ph idx="1"/>
          </p:nvPr>
        </p:nvSpPr>
        <p:spPr/>
        <p:txBody>
          <a:bodyPr>
            <a:noAutofit/>
          </a:bodyPr>
          <a:lstStyle/>
          <a:p>
            <a:pPr lvl="1"/>
            <a:endParaRPr lang="en-US" b="1"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Work on your resume, bring it to a 2</a:t>
            </a:r>
            <a:r>
              <a:rPr lang="en-US" b="1" baseline="30000" dirty="0">
                <a:latin typeface="Arial" panose="020B0604020202020204" pitchFamily="34" charset="0"/>
                <a:cs typeface="Arial" panose="020B0604020202020204" pitchFamily="34" charset="0"/>
              </a:rPr>
              <a:t>nd</a:t>
            </a:r>
            <a:r>
              <a:rPr lang="en-US" b="1" dirty="0">
                <a:latin typeface="Arial" panose="020B0604020202020204" pitchFamily="34" charset="0"/>
                <a:cs typeface="Arial" panose="020B0604020202020204" pitchFamily="34" charset="0"/>
              </a:rPr>
              <a:t> draft</a:t>
            </a:r>
          </a:p>
          <a:p>
            <a:r>
              <a:rPr lang="en-US" b="1" dirty="0">
                <a:latin typeface="Arial" panose="020B0604020202020204" pitchFamily="34" charset="0"/>
                <a:cs typeface="Arial" panose="020B0604020202020204" pitchFamily="34" charset="0"/>
              </a:rPr>
              <a:t>EDL assessment in class next week</a:t>
            </a:r>
          </a:p>
          <a:p>
            <a:pPr marL="0" indent="0">
              <a:buNone/>
            </a:pPr>
            <a:r>
              <a:rPr lang="en-US" b="1" dirty="0">
                <a:latin typeface="Arial" panose="020B0604020202020204" pitchFamily="34" charset="0"/>
                <a:cs typeface="Arial" panose="020B0604020202020204" pitchFamily="34" charset="0"/>
              </a:rPr>
              <a:t> </a:t>
            </a:r>
            <a:endParaRPr lang="en-US"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0A1540C5-D604-7040-8E1E-7A329D7473FC}"/>
              </a:ext>
            </a:extLst>
          </p:cNvPr>
          <p:cNvPicPr>
            <a:picLocks noChangeAspect="1"/>
          </p:cNvPicPr>
          <p:nvPr/>
        </p:nvPicPr>
        <p:blipFill>
          <a:blip r:embed="rId3"/>
          <a:stretch>
            <a:fillRect/>
          </a:stretch>
        </p:blipFill>
        <p:spPr>
          <a:xfrm>
            <a:off x="962660" y="2343150"/>
            <a:ext cx="3378200" cy="2171700"/>
          </a:xfrm>
          <a:prstGeom prst="rect">
            <a:avLst/>
          </a:prstGeom>
        </p:spPr>
      </p:pic>
    </p:spTree>
    <p:extLst>
      <p:ext uri="{BB962C8B-B14F-4D97-AF65-F5344CB8AC3E}">
        <p14:creationId xmlns:p14="http://schemas.microsoft.com/office/powerpoint/2010/main" val="467590988"/>
      </p:ext>
    </p:extLst>
  </p:cSld>
  <p:clrMapOvr>
    <a:masterClrMapping/>
  </p:clrMapOvr>
</p:sld>
</file>

<file path=ppt/theme/theme1.xml><?xml version="1.0" encoding="utf-8"?>
<a:theme xmlns:a="http://schemas.openxmlformats.org/drawingml/2006/main" name="Crop">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D43C8F53-7C10-0A4E-BE76-F4892E25CF09}" vid="{44ACFF3D-364E-9240-8A86-C73798C408F1}"/>
    </a:ext>
  </a:extLst>
</a:theme>
</file>

<file path=ppt/theme/theme2.xml><?xml version="1.0" encoding="utf-8"?>
<a:theme xmlns:a="http://schemas.openxmlformats.org/drawingml/2006/main" name="Office Theme">
  <a:themeElements>
    <a:clrScheme name="Custom 2">
      <a:dk1>
        <a:srgbClr val="000000"/>
      </a:dk1>
      <a:lt1>
        <a:srgbClr val="FFFFFF"/>
      </a:lt1>
      <a:dk2>
        <a:srgbClr val="44546A"/>
      </a:dk2>
      <a:lt2>
        <a:srgbClr val="E7E6E6"/>
      </a:lt2>
      <a:accent1>
        <a:srgbClr val="4472C4"/>
      </a:accent1>
      <a:accent2>
        <a:srgbClr val="D75430"/>
      </a:accent2>
      <a:accent3>
        <a:srgbClr val="A5A5A5"/>
      </a:accent3>
      <a:accent4>
        <a:srgbClr val="E3AC61"/>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 AW  -  Read-Only" id="{24E0C092-9BCA-453B-B355-8BE271251C63}" vid="{6C2466F1-512D-4FA9-89DD-6415E16FE01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293ae3fb-e591-409e-9e7a-76b68af1c2c1" xsi:nil="true"/>
    <lcf76f155ced4ddcb4097134ff3c332f xmlns="53c74097-5261-44a1-be10-0ba8a495ff47">
      <Terms xmlns="http://schemas.microsoft.com/office/infopath/2007/PartnerControls"/>
    </lcf76f155ced4ddcb4097134ff3c332f>
    <MediaLengthInSeconds xmlns="53c74097-5261-44a1-be10-0ba8a495ff47" xsi:nil="true"/>
    <SharedWithUsers xmlns="771008f0-c9f3-48a8-aea4-a6ada739caff">
      <UserInfo>
        <DisplayName/>
        <AccountId xsi:nil="true"/>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4EAFEA7FFAC874E8F08A3FE2679A22F" ma:contentTypeVersion="8" ma:contentTypeDescription="Create a new document." ma:contentTypeScope="" ma:versionID="fd550cb679b235e64439db48fb5b3b4a">
  <xsd:schema xmlns:xsd="http://www.w3.org/2001/XMLSchema" xmlns:xs="http://www.w3.org/2001/XMLSchema" xmlns:p="http://schemas.microsoft.com/office/2006/metadata/properties" xmlns:ns2="b6f37153-a725-4c83-8bdb-67b09eac1a66" xmlns:ns3="771008f0-c9f3-48a8-aea4-a6ada739caff" xmlns:ns4="53c74097-5261-44a1-be10-0ba8a495ff47" xmlns:ns5="293ae3fb-e591-409e-9e7a-76b68af1c2c1" targetNamespace="http://schemas.microsoft.com/office/2006/metadata/properties" ma:root="true" ma:fieldsID="10f8151d686a18a6f002abb3c21dbae2" ns2:_="" ns3:_="" ns4:_="" ns5:_="">
    <xsd:import namespace="b6f37153-a725-4c83-8bdb-67b09eac1a66"/>
    <xsd:import namespace="771008f0-c9f3-48a8-aea4-a6ada739caff"/>
    <xsd:import namespace="53c74097-5261-44a1-be10-0ba8a495ff47"/>
    <xsd:import namespace="293ae3fb-e591-409e-9e7a-76b68af1c2c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GenerationTime" minOccurs="0"/>
                <xsd:element ref="ns2:MediaServiceEventHashCode" minOccurs="0"/>
                <xsd:element ref="ns3:SharedWithUsers" minOccurs="0"/>
                <xsd:element ref="ns3:SharedWithDetails" minOccurs="0"/>
                <xsd:element ref="ns2:MediaServiceOCR" minOccurs="0"/>
                <xsd:element ref="ns2:MediaServiceLocation" minOccurs="0"/>
                <xsd:element ref="ns4:MediaLengthInSeconds" minOccurs="0"/>
                <xsd:element ref="ns4:lcf76f155ced4ddcb4097134ff3c332f" minOccurs="0"/>
                <xsd:element ref="ns5:TaxCatchAll" minOccurs="0"/>
                <xsd:element ref="ns4:MediaServiceSearchProperties" minOccurs="0"/>
                <xsd:element ref="ns4:MediaServiceObjectDetectorVersions" minOccurs="0"/>
                <xsd:element ref="ns4: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f37153-a725-4c83-8bdb-67b09eac1a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71008f0-c9f3-48a8-aea4-a6ada739caff"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3c74097-5261-44a1-be10-0ba8a495ff47" elementFormDefault="qualified">
    <xsd:import namespace="http://schemas.microsoft.com/office/2006/documentManagement/types"/>
    <xsd:import namespace="http://schemas.microsoft.com/office/infopath/2007/PartnerControls"/>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90041714-53e3-48cf-9e3e-e76ce84c12b3" ma:termSetId="09814cd3-568e-fe90-9814-8d621ff8fb84" ma:anchorId="fba54fb3-c3e1-fe81-a776-ca4b69148c4d" ma:open="true" ma:isKeyword="false">
      <xsd:complexType>
        <xsd:sequence>
          <xsd:element ref="pc:Terms" minOccurs="0" maxOccurs="1"/>
        </xsd:sequence>
      </xsd:complex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93ae3fb-e591-409e-9e7a-76b68af1c2c1"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293ae3fb-e591-409e-9e7a-76b68af1c2c1}" ma:internalName="TaxCatchAll" ma:showField="CatchAllData" ma:web="6e01c016-f731-41c5-a6f4-93d70bf9696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6899E51-FEF9-4C4B-BF3D-8B01C5F9A7CE}">
  <ds:schemaRefs>
    <ds:schemaRef ds:uri="http://schemas.microsoft.com/sharepoint/v3/contenttype/forms"/>
  </ds:schemaRefs>
</ds:datastoreItem>
</file>

<file path=customXml/itemProps2.xml><?xml version="1.0" encoding="utf-8"?>
<ds:datastoreItem xmlns:ds="http://schemas.openxmlformats.org/officeDocument/2006/customXml" ds:itemID="{23467799-B446-49D1-8BE5-9D3A5EBD8980}">
  <ds:schemaRefs>
    <ds:schemaRef ds:uri="http://purl.org/dc/elements/1.1/"/>
    <ds:schemaRef ds:uri="http://www.w3.org/XML/1998/namespace"/>
    <ds:schemaRef ds:uri="http://purl.org/dc/dcmitype/"/>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terms/"/>
    <ds:schemaRef ds:uri="293ae3fb-e591-409e-9e7a-76b68af1c2c1"/>
    <ds:schemaRef ds:uri="53c74097-5261-44a1-be10-0ba8a495ff47"/>
    <ds:schemaRef ds:uri="771008f0-c9f3-48a8-aea4-a6ada739caff"/>
    <ds:schemaRef ds:uri="b6f37153-a725-4c83-8bdb-67b09eac1a66"/>
  </ds:schemaRefs>
</ds:datastoreItem>
</file>

<file path=customXml/itemProps3.xml><?xml version="1.0" encoding="utf-8"?>
<ds:datastoreItem xmlns:ds="http://schemas.openxmlformats.org/officeDocument/2006/customXml" ds:itemID="{A2A1EFF3-86C7-4A67-873E-CEC2F509DFB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f37153-a725-4c83-8bdb-67b09eac1a66"/>
    <ds:schemaRef ds:uri="771008f0-c9f3-48a8-aea4-a6ada739caff"/>
    <ds:schemaRef ds:uri="53c74097-5261-44a1-be10-0ba8a495ff47"/>
    <ds:schemaRef ds:uri="293ae3fb-e591-409e-9e7a-76b68af1c2c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6929</TotalTime>
  <Words>1895</Words>
  <Application>Microsoft Office PowerPoint</Application>
  <PresentationFormat>Widescreen</PresentationFormat>
  <Paragraphs>240</Paragraphs>
  <Slides>30</Slides>
  <Notes>11</Notes>
  <HiddenSlides>0</HiddenSlides>
  <MMClips>0</MMClips>
  <ScaleCrop>false</ScaleCrop>
  <HeadingPairs>
    <vt:vector size="8" baseType="variant">
      <vt:variant>
        <vt:lpstr>Fonts Used</vt:lpstr>
      </vt:variant>
      <vt:variant>
        <vt:i4>11</vt:i4>
      </vt:variant>
      <vt:variant>
        <vt:lpstr>Theme</vt:lpstr>
      </vt:variant>
      <vt:variant>
        <vt:i4>2</vt:i4>
      </vt:variant>
      <vt:variant>
        <vt:lpstr>Embedded OLE Servers</vt:lpstr>
      </vt:variant>
      <vt:variant>
        <vt:i4>2</vt:i4>
      </vt:variant>
      <vt:variant>
        <vt:lpstr>Slide Titles</vt:lpstr>
      </vt:variant>
      <vt:variant>
        <vt:i4>30</vt:i4>
      </vt:variant>
    </vt:vector>
  </HeadingPairs>
  <TitlesOfParts>
    <vt:vector size="45" baseType="lpstr">
      <vt:lpstr>Aleo</vt:lpstr>
      <vt:lpstr>-apple-system</vt:lpstr>
      <vt:lpstr>Arial</vt:lpstr>
      <vt:lpstr>Arial Black</vt:lpstr>
      <vt:lpstr>Barlow Semi Condensed</vt:lpstr>
      <vt:lpstr>Calibri</vt:lpstr>
      <vt:lpstr>CiscoSansTT ExtraLight</vt:lpstr>
      <vt:lpstr>CiscoSansTT Light</vt:lpstr>
      <vt:lpstr>Franklin Gothic Book</vt:lpstr>
      <vt:lpstr>Montserrat</vt:lpstr>
      <vt:lpstr>Open Sans</vt:lpstr>
      <vt:lpstr>Crop</vt:lpstr>
      <vt:lpstr>Office Theme</vt:lpstr>
      <vt:lpstr>Acrobat Document</vt:lpstr>
      <vt:lpstr>Document</vt:lpstr>
      <vt:lpstr>PowerPoint Presentation</vt:lpstr>
      <vt:lpstr>PowerPoint Presentation</vt:lpstr>
      <vt:lpstr>Behavioral interview questions  </vt:lpstr>
      <vt:lpstr>Conflict Management </vt:lpstr>
      <vt:lpstr>Common Conflict Management Styles</vt:lpstr>
      <vt:lpstr>Best Practices </vt:lpstr>
      <vt:lpstr>Thomas-Kilmann Instrument </vt:lpstr>
      <vt:lpstr>Conflict Management </vt:lpstr>
      <vt:lpstr>PowerPoint Presentation</vt:lpstr>
      <vt:lpstr>Problem-Solving Skills </vt:lpstr>
      <vt:lpstr>Problem-Solving Skills/Problem Framing  </vt:lpstr>
      <vt:lpstr>How to Problem Solve </vt:lpstr>
      <vt:lpstr>Digital Badges from Education Design Lab  </vt:lpstr>
      <vt:lpstr>PowerPoint Presentation</vt:lpstr>
      <vt:lpstr>PowerPoint Presentation</vt:lpstr>
      <vt:lpstr>Matching cover letter to job descriptions </vt:lpstr>
      <vt:lpstr>PowerPoint Presentation</vt:lpstr>
      <vt:lpstr>CAR vs the others </vt:lpstr>
      <vt:lpstr>Instruction</vt:lpstr>
      <vt:lpstr>Let’s talk about CAR!</vt:lpstr>
      <vt:lpstr>Let’s talk about CAR!</vt:lpstr>
      <vt:lpstr>Let’s talk about CAR!</vt:lpstr>
      <vt:lpstr>Resume class activity </vt:lpstr>
      <vt:lpstr>Let AI help you build your Resume.</vt:lpstr>
      <vt:lpstr>Let AI help you build your Resume.</vt:lpstr>
      <vt:lpstr>Resume Example:</vt:lpstr>
      <vt:lpstr>Resume Example:</vt:lpstr>
      <vt:lpstr>EDL Survey  </vt:lpstr>
      <vt:lpstr>End of class Survey.  </vt:lpstr>
      <vt:lpstr>Assignments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Kathryn Harris</dc:creator>
  <cp:lastModifiedBy>Michael  Savage</cp:lastModifiedBy>
  <cp:revision>72</cp:revision>
  <cp:lastPrinted>2020-05-14T23:22:37Z</cp:lastPrinted>
  <dcterms:created xsi:type="dcterms:W3CDTF">2020-04-29T19:47:50Z</dcterms:created>
  <dcterms:modified xsi:type="dcterms:W3CDTF">2025-03-11T19:51:13Z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0x010100B4EAFEA7FFAC874E8F08A3FE2679A22F</vt:lpwstr>
  </property>
  <property fmtid="{D5CDD505-2E9C-101B-9397-08002B2CF9AE}" pid="3" name="Order">
    <vt:r8>375500</vt:r8>
  </property>
  <property fmtid="{D5CDD505-2E9C-101B-9397-08002B2CF9AE}" pid="4" name="MediaServiceImageTags">
    <vt:lpwstr/>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xd_Signature">
    <vt:bool>false</vt:bool>
  </property>
</Properties>
</file>